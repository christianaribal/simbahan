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24"/>
  </p:notesMasterIdLst>
  <p:sldIdLst>
    <p:sldId id="256" r:id="rId3"/>
    <p:sldId id="257" r:id="rId4"/>
    <p:sldId id="260" r:id="rId5"/>
    <p:sldId id="261" r:id="rId6"/>
    <p:sldId id="262" r:id="rId7"/>
    <p:sldId id="263" r:id="rId8"/>
    <p:sldId id="604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601" r:id="rId20"/>
    <p:sldId id="602" r:id="rId21"/>
    <p:sldId id="605" r:id="rId22"/>
    <p:sldId id="606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509" r:id="rId42"/>
    <p:sldId id="510" r:id="rId43"/>
    <p:sldId id="517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318" r:id="rId56"/>
    <p:sldId id="319" r:id="rId57"/>
    <p:sldId id="320" r:id="rId58"/>
    <p:sldId id="321" r:id="rId59"/>
    <p:sldId id="322" r:id="rId60"/>
    <p:sldId id="323" r:id="rId61"/>
    <p:sldId id="324" r:id="rId62"/>
    <p:sldId id="325" r:id="rId63"/>
    <p:sldId id="326" r:id="rId64"/>
    <p:sldId id="566" r:id="rId65"/>
    <p:sldId id="568" r:id="rId66"/>
    <p:sldId id="567" r:id="rId67"/>
    <p:sldId id="569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54" r:id="rId79"/>
    <p:sldId id="356" r:id="rId80"/>
    <p:sldId id="357" r:id="rId81"/>
    <p:sldId id="358" r:id="rId82"/>
    <p:sldId id="614" r:id="rId83"/>
    <p:sldId id="359" r:id="rId84"/>
    <p:sldId id="360" r:id="rId85"/>
    <p:sldId id="615" r:id="rId86"/>
    <p:sldId id="616" r:id="rId87"/>
    <p:sldId id="617" r:id="rId88"/>
    <p:sldId id="361" r:id="rId89"/>
    <p:sldId id="347" r:id="rId90"/>
    <p:sldId id="348" r:id="rId91"/>
    <p:sldId id="284" r:id="rId92"/>
    <p:sldId id="501" r:id="rId93"/>
    <p:sldId id="502" r:id="rId94"/>
    <p:sldId id="503" r:id="rId95"/>
    <p:sldId id="428" r:id="rId96"/>
    <p:sldId id="451" r:id="rId97"/>
    <p:sldId id="452" r:id="rId98"/>
    <p:sldId id="457" r:id="rId99"/>
    <p:sldId id="458" r:id="rId100"/>
    <p:sldId id="504" r:id="rId101"/>
    <p:sldId id="505" r:id="rId102"/>
    <p:sldId id="506" r:id="rId103"/>
    <p:sldId id="507" r:id="rId104"/>
    <p:sldId id="508" r:id="rId105"/>
    <p:sldId id="364" r:id="rId106"/>
    <p:sldId id="365" r:id="rId107"/>
    <p:sldId id="468" r:id="rId108"/>
    <p:sldId id="469" r:id="rId109"/>
    <p:sldId id="470" r:id="rId110"/>
    <p:sldId id="471" r:id="rId111"/>
    <p:sldId id="472" r:id="rId112"/>
    <p:sldId id="546" r:id="rId113"/>
    <p:sldId id="570" r:id="rId114"/>
    <p:sldId id="571" r:id="rId115"/>
    <p:sldId id="607" r:id="rId116"/>
    <p:sldId id="608" r:id="rId117"/>
    <p:sldId id="609" r:id="rId118"/>
    <p:sldId id="610" r:id="rId119"/>
    <p:sldId id="612" r:id="rId120"/>
    <p:sldId id="611" r:id="rId121"/>
    <p:sldId id="613" r:id="rId122"/>
    <p:sldId id="375" r:id="rId1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79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25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tableStyles" Target="tableStyle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8fd32eb22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2f8fd32eb22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8fd32eb22_1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2f8fd32eb22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8fd32eb22_1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2f8fd32eb22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8fd32eb22_1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2f8fd32eb22_1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8fd32eb22_1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2f8fd32eb22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8fd32eb22_1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f8fd32eb22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8fd32eb22_1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f8fd32eb22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8fd32eb22_1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f8fd32eb22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8fd32eb22_1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2f8fd32eb22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8fd32eb22_1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2f8fd32eb22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8fd32eb22_1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2f8fd32eb22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f8fd32eb22_1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2f8fd32eb22_1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f8fd32eb22_1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2f8fd32eb22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8fd32eb22_1_1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f8fd32eb22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d32eb22_1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8fd32eb22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8fd32eb22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f8fd32eb22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8fd32eb22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2f8fd32eb22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8fd32eb22_1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f8fd32eb22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8fd32eb22_1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f8fd32eb22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8fd32eb22_1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f8fd32eb22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8fd32eb22_1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f8fd32eb22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8fd32eb22_1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f8fd32eb22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8fd32eb22_1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f8fd32eb22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8fd32eb22_1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2f8fd32eb22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f8fd32eb22_1_2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f8fd32eb22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8fd32eb22_1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2f8fd32eb22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f8fd32eb22_1_2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2f8fd32eb22_1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f8fd32eb22_1_2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2f8fd32eb22_1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f8fd32eb22_1_2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2f8fd32eb22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f8fd32eb22_1_2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2f8fd32eb22_1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f8fd32eb22_1_2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2f8fd32eb22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f8fd32eb22_1_2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2f8fd32eb22_1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f8fd32eb22_1_2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f8fd32eb22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f8fd32eb22_1_2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f8fd32eb22_1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f8fd32eb22_1_2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f8fd32eb22_1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8fd32eb22_1_2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2f8fd32eb22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8fd32eb22_1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2f8fd32eb22_1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f8fd32eb22_1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2f8fd32eb22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f8fd32eb22_1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2f8fd32eb22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8fd32eb22_1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f8fd32eb22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8fd32eb22_1_3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2f8fd32eb22_1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f8fd32eb22_1_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2f8fd32eb22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f8fd32eb22_1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2f8fd32eb22_1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f8fd32eb22_1_3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2f8fd32eb22_1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f8fd32eb22_1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2f8fd32eb22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8fd32eb22_1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f8fd32eb22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f8fd32eb22_1_3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2f8fd32eb22_1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f8fd32eb22_1_3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2f8fd32eb22_1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06050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375706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69866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192311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f8fd32eb22_1_3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g2f8fd32eb22_1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f8fd32eb22_1_3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2f8fd32eb22_1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f8fd32eb22_1_3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2f8fd32eb22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f8fd32eb22_1_3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2f8fd32eb22_1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f8fd32eb22_1_3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2f8fd32eb22_1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f8fd32eb22_1_3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2f8fd32eb22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f8fd32eb22_1_3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2f8fd32eb22_1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f8fd32eb22_1_3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g2f8fd32eb22_1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f8fd32eb22_1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2f8fd32eb22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f8fd32eb22_1_3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g2f8fd32eb22_1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8fd32eb22_1_4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g2f8fd32eb22_1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f8fd32eb22_1_4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g2f8fd32eb22_1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2907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f8fd32eb22_1_5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g2f8fd32eb22_1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f8fd32eb22_1_5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g2f8fd32eb22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f8fd32eb22_1_5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g2f8fd32eb22_1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2886515" y="1698197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//PASIUNA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6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Daygon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Ta Ang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Ginoo</a:t>
            </a:r>
            <a:endParaRPr lang="en-US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Daygon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Bag-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Kalipay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Isinggit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11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Labing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Hingpit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Daygon Ta Ang Ginoo</a:t>
            </a:r>
            <a:b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 Sa Mga Instrumento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2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6101" y="107156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Kalipay Ta Isangyaw</a:t>
            </a:r>
            <a:b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Bulahang Adlaw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73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Tugtuga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Gitara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Ipalanog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Trumpeta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pasalamatan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</a:t>
            </a:r>
          </a:p>
        </p:txBody>
      </p:sp>
    </p:spTree>
    <p:extLst>
      <p:ext uri="{BB962C8B-B14F-4D97-AF65-F5344CB8AC3E}">
        <p14:creationId xmlns:p14="http://schemas.microsoft.com/office/powerpoint/2010/main" val="3790331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Tugutuga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Ang </a:t>
            </a:r>
            <a:r>
              <a:rPr lang="en-US" sz="7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Gitara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Ipalanog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Ang </a:t>
            </a:r>
            <a:r>
              <a:rPr lang="en-US" sz="7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Trumpeta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Salamat </a:t>
            </a:r>
            <a:r>
              <a:rPr lang="en-US" sz="7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7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Kaayo</a:t>
            </a:r>
            <a:endParaRPr lang="en-US" sz="7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23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>
            <a:spLocks noGrp="1"/>
          </p:cNvSpPr>
          <p:nvPr>
            <p:ph type="title"/>
          </p:nvPr>
        </p:nvSpPr>
        <p:spPr>
          <a:xfrm>
            <a:off x="1589314" y="1643768"/>
            <a:ext cx="6026834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Nagakompisal ako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Nagakompisal Ako Sa Dios Nga Makagagahom Sa Tanan, 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Kanimo Mga Igsoon Kay Nakalapas Ako Ug Dako Uyamot Sa Hunahuna,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Pulong Ug Sa Buhat, Ug Sa Sa Wala Pagbuhat Sa Angayang Buhaton.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Font typeface="Times New Roman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Akong Sala, Akong Dakong Sala. Busa Nangamuyo Ako Kang Santa Maria, Kanunayng Birhen,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title"/>
          </p:nvPr>
        </p:nvSpPr>
        <p:spPr>
          <a:xfrm>
            <a:off x="95011" y="102805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Tanang Mga Anghel Ug Mga Santos, Ug Kaninyo Mga Igsoon, 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129301" y="91375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Aron Inyo Akong I-ampo Sa Ginoo Nga Atong Dios.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>
            <a:spLocks noGrp="1"/>
          </p:cNvSpPr>
          <p:nvPr>
            <p:ph type="title"/>
          </p:nvPr>
        </p:nvSpPr>
        <p:spPr>
          <a:xfrm>
            <a:off x="3332829" y="1567568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kyrie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7"/>
          <p:cNvSpPr/>
          <p:nvPr/>
        </p:nvSpPr>
        <p:spPr>
          <a:xfrm>
            <a:off x="2887633" y="2982191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Kaloy</a:t>
            </a: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-I Kami</a:t>
            </a:r>
            <a:endParaRPr lang="en-US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Kaloy E Kami, Ginoo Kaloy E Kami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86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 Kaloy E Kami, Kristo Kaloy E Kami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8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Kaloy E Kami, Ginoo Kaloy E Kami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283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 Kaloy E Kami, Kristo Kaloy E Kami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842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5"/>
          <p:cNvSpPr txBox="1">
            <a:spLocks noGrp="1"/>
          </p:cNvSpPr>
          <p:nvPr>
            <p:ph type="title"/>
          </p:nvPr>
        </p:nvSpPr>
        <p:spPr>
          <a:xfrm>
            <a:off x="2080972" y="1632883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Awit sa himaya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5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Himaya sa diyos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Kadait Sa Iyang Mga Tawo Dinhi Sa Yuta Ginoong Dios, Langitnong Hari,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 New Roman"/>
              <a:buNone/>
            </a:pPr>
            <a:r>
              <a:rPr lang="en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 Amahan Makagagahum Sa Tanan, Nagasimba Kami Kanimo, Nagapasalamat Kami Kanimo</a:t>
            </a:r>
            <a:endParaRPr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Nagadayeg Kami Kanimo Tungod Sa Imong Himaya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9"/>
          <p:cNvSpPr txBox="1">
            <a:spLocks noGrp="1"/>
          </p:cNvSpPr>
          <p:nvPr>
            <p:ph type="title"/>
          </p:nvPr>
        </p:nvSpPr>
        <p:spPr>
          <a:xfrm>
            <a:off x="148590" y="102871"/>
            <a:ext cx="8801100" cy="4880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Ginoong Jesu-kristo, Bugtong Anak Sa Amahan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 Dios, Kordero Sa Dios, Ikaw Nagawagtang Sa Sala Sa Kalibutan, Kaloy-i Kami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Nagalingkod Sa Tuo Sa Amahan, Dawata Ang Among Pangamuyo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Kay Ikaw Lamang Ang Santos, Ikaw Lamang Ang Ginoo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60872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Lamang Ang Labing Halangdon, O Jesu-kristo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 Sa Espiritu Santo, Diha Sa Himaya Sa Dios Nga Amahan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300"/>
              <a:buFont typeface="Times New Roman"/>
              <a:buNone/>
            </a:pPr>
            <a:r>
              <a:rPr lang="en" sz="8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A-men, A--men</a:t>
            </a:r>
            <a:endParaRPr sz="8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8"/>
          <p:cNvSpPr txBox="1">
            <a:spLocks noGrp="1"/>
          </p:cNvSpPr>
          <p:nvPr>
            <p:ph type="title"/>
          </p:nvPr>
        </p:nvSpPr>
        <p:spPr>
          <a:xfrm>
            <a:off x="2320458" y="1578455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Salmo tubag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Times New Roman"/>
              <a:buNone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Awiti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Bag-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Kay Nag-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Katingalahang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Buhat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1"/>
          <p:cNvSpPr txBox="1">
            <a:spLocks noGrp="1"/>
          </p:cNvSpPr>
          <p:nvPr>
            <p:ph type="title"/>
          </p:nvPr>
        </p:nvSpPr>
        <p:spPr>
          <a:xfrm>
            <a:off x="1672937" y="1578455"/>
            <a:ext cx="6109854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//Awit sa pagdayeg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1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Alleluia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6" y="107157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it-IT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Alleluia Alleluia Alle-luia Alle-luia Alle-luia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5901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6" y="107157"/>
            <a:ext cx="8893969" cy="491847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pl-PL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Dayga Ang Ginoo O Jerusalem Nagpadala Siya Sa Iyang Pulong</a:t>
            </a:r>
            <a:br>
              <a:rPr lang="pl-PL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Dinhi Sa Yuta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624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87B75-9375-4F99-FA27-8DA8C38C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843824-1B87-E576-AAC4-8C561AD5E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16" y="107157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it-IT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Alleluia Alleluia Alle-luia Alle-luia Alle-luia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304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7"/>
          <p:cNvSpPr txBox="1">
            <a:spLocks noGrp="1"/>
          </p:cNvSpPr>
          <p:nvPr>
            <p:ph type="title"/>
          </p:nvPr>
        </p:nvSpPr>
        <p:spPr>
          <a:xfrm>
            <a:off x="1937656" y="1752626"/>
            <a:ext cx="5885320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Profession of faith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8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 Ka Dios, Ang Amahan, Ang Makagagahum Sa Ta- Nan, Magbubuhat Sa Langit Ug Sa Yuta,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9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None/>
            </a:pPr>
            <a:r>
              <a:rPr lang="en" sz="6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Tanang Mga Makita Ug Di Makita. Nagatoo Kami Sa Usa Ka Ginoo, Si Jesucristo, Ang Bugtong Anak Sa Dios, </a:t>
            </a:r>
            <a:endParaRPr sz="6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Gianak Sa Amahan Sa Wala Pay Katuigan, Dios Gikan Sa Dios, Kahayag Gikan Sa Kaha- Yag,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1"/>
          <p:cNvSpPr txBox="1">
            <a:spLocks noGrp="1"/>
          </p:cNvSpPr>
          <p:nvPr>
            <p:ph type="body" idx="1"/>
          </p:nvPr>
        </p:nvSpPr>
        <p:spPr>
          <a:xfrm>
            <a:off x="114299" y="124692"/>
            <a:ext cx="8915401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Matuod Nga Dios Gikan Sa Dios Nga Matuod, Gianak Dili Binuhat, Usag Kinaiya Sa Amahan.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2"/>
          <p:cNvSpPr txBox="1">
            <a:spLocks noGrp="1"/>
          </p:cNvSpPr>
          <p:nvPr>
            <p:ph type="body" idx="1"/>
          </p:nvPr>
        </p:nvSpPr>
        <p:spPr>
          <a:xfrm>
            <a:off x="114299" y="124692"/>
            <a:ext cx="8915401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Pinaagi Kaniya Nangahimo Ang Ta- Nan. Tungod Kanatong Mga Tawo Ug Alang Sa Atong Kaluwasan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Mi- Kanaug Siya Gikan Sa Langit Sa Lalang Sa Espiritu Santo Nahimo Siya Nga May Lawas Gikan Ni Maria Nga U- Lay</a:t>
            </a:r>
            <a:endParaRPr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Nahimong Tawo. Tungod Kanato Gilansang Siya Sa Krus Sa Sugo Ni Poncio Pilato Nag-antus Siya, Namatay Ug Gilu- Bong.</a:t>
            </a:r>
            <a:endParaRPr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Misaka Siya Sa Langit Ug Nagalingkod Sa Too Sa Amahan. Mobalik Siya Nga Mahimayaon A- Ron Paghukom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6"/>
          <p:cNvSpPr txBox="1">
            <a:spLocks noGrp="1"/>
          </p:cNvSpPr>
          <p:nvPr>
            <p:ph type="body" idx="1"/>
          </p:nvPr>
        </p:nvSpPr>
        <p:spPr>
          <a:xfrm>
            <a:off x="104948" y="92479"/>
            <a:ext cx="8946573" cy="496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Mga Buhi Ug Sa Mga Minatay, Ug Ang Iyang Ging- Harian Walay Katapusan. Nagatoo Kami Sa Espiritu Santo,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7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Ginoo Ug Maghahatag Sa Kinabuhi. Na- Gagikan Siya Sa Amahan Ug Sa A- Nak.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8"/>
          <p:cNvSpPr txBox="1">
            <a:spLocks noGrp="1"/>
          </p:cNvSpPr>
          <p:nvPr>
            <p:ph type="body" idx="1"/>
          </p:nvPr>
        </p:nvSpPr>
        <p:spPr>
          <a:xfrm>
            <a:off x="103909" y="136121"/>
            <a:ext cx="8936183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Dungan Sa Amahan Ug Sa A- Nak Gisimba Siya Ug Gihimaya, Ug Misulti Pinaagi Sa Mga Propeta.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9"/>
          <p:cNvSpPr txBox="1">
            <a:spLocks noGrp="1"/>
          </p:cNvSpPr>
          <p:nvPr>
            <p:ph type="body" idx="1"/>
          </p:nvPr>
        </p:nvSpPr>
        <p:spPr>
          <a:xfrm>
            <a:off x="81049" y="136121"/>
            <a:ext cx="8936183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Usa, Santos, Ka- Toliko Ug Apostoliko Nga Simba- Han. Nagaila Kami Sa Usa Kabun- Yag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0"/>
          <p:cNvSpPr txBox="1">
            <a:spLocks noGrp="1"/>
          </p:cNvSpPr>
          <p:nvPr>
            <p:ph type="body" idx="1"/>
          </p:nvPr>
        </p:nvSpPr>
        <p:spPr>
          <a:xfrm>
            <a:off x="68580" y="91531"/>
            <a:ext cx="8977745" cy="496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Alang Sa Kapasayloan Sa Mga Sala. Nagapaabot Kami Sa Pagka- Banhaw Sa Mga Minatay,.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1"/>
          <p:cNvSpPr txBox="1">
            <a:spLocks noGrp="1"/>
          </p:cNvSpPr>
          <p:nvPr>
            <p:ph type="body" idx="1"/>
          </p:nvPr>
        </p:nvSpPr>
        <p:spPr>
          <a:xfrm>
            <a:off x="68580" y="91531"/>
            <a:ext cx="8977745" cy="496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Ki- Nabuhi Sa Umaabot Nga Kalibutan. Amen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3"/>
          <p:cNvSpPr txBox="1">
            <a:spLocks noGrp="1"/>
          </p:cNvSpPr>
          <p:nvPr>
            <p:ph type="title"/>
          </p:nvPr>
        </p:nvSpPr>
        <p:spPr>
          <a:xfrm>
            <a:off x="1208315" y="1578454"/>
            <a:ext cx="6941233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Tubag sa pangamuyo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33915" y="0"/>
            <a:ext cx="8871857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Diyos Sa Kalooy, Dungga Kami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Santos Sacramento, Hesus Diha Sa Altar, Dayegon Saulogon, Ikaw Higugmaon</a:t>
            </a:r>
          </a:p>
          <a:p>
            <a:pPr marL="0" lv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Higugmaon</a:t>
            </a:r>
          </a:p>
        </p:txBody>
      </p:sp>
    </p:spTree>
    <p:extLst>
      <p:ext uri="{BB962C8B-B14F-4D97-AF65-F5344CB8AC3E}">
        <p14:creationId xmlns:p14="http://schemas.microsoft.com/office/powerpoint/2010/main" val="39448509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0743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</a:t>
            </a:r>
            <a:r>
              <a:rPr lang="fi-FI" sz="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Pagdayeg </a:t>
            </a:r>
            <a:r>
              <a:rPr lang="fi-FI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 O Diyos</a:t>
            </a:r>
          </a:p>
        </p:txBody>
      </p:sp>
    </p:spTree>
    <p:extLst>
      <p:ext uri="{BB962C8B-B14F-4D97-AF65-F5344CB8AC3E}">
        <p14:creationId xmlns:p14="http://schemas.microsoft.com/office/powerpoint/2010/main" val="17031587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7206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96"/>
          <p:cNvSpPr txBox="1">
            <a:spLocks noGrp="1"/>
          </p:cNvSpPr>
          <p:nvPr>
            <p:ph type="title"/>
          </p:nvPr>
        </p:nvSpPr>
        <p:spPr>
          <a:xfrm>
            <a:off x="2202767" y="1651190"/>
            <a:ext cx="6941233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Amahan namo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9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Amahan Namo, Nga Ana-a Sa Mga Langit Pagdaygon Ang Imong Ngalan,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Umabot Kanamo Ang Imong Gingharian Matuman Ang Imong Pagbuot,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Dinhi Sa Yuta,</a:t>
            </a:r>
            <a:b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Maingon Sa La-ngit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Kalan-on Namo Sa Matag Adlaw Ihatag Kanamo Karong Adla-wa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0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Pasayloa Kami Sa Among Mga Sala Maingon Nga Nagapasaylo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0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Sa Mga Nakasala Kanamo, Ug Dili Mo Kami, 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0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Itugyan Sa Panulay, Hinono-a Luwasa Kami, Luwasa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Sa Dautan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05"/>
          <p:cNvSpPr txBox="1">
            <a:spLocks noGrp="1"/>
          </p:cNvSpPr>
          <p:nvPr>
            <p:ph type="title"/>
          </p:nvPr>
        </p:nvSpPr>
        <p:spPr>
          <a:xfrm>
            <a:off x="2984486" y="1524026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//kalawat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5"/>
          <p:cNvSpPr/>
          <p:nvPr/>
        </p:nvSpPr>
        <p:spPr>
          <a:xfrm>
            <a:off x="2836718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Tudloan</a:t>
            </a:r>
            <a:endParaRPr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Gitudloan Mo Kami Sa Paghigugma,</a:t>
            </a:r>
          </a:p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Kaaghop Ug Sa Kalomo</a:t>
            </a:r>
            <a:endParaRPr lang="en-ID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52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Ug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Bulahan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Makasunod</a:t>
            </a:r>
            <a:endParaRPr lang="en-ID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Niining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Hiyas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Kasingkasing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Busa Dad-on Mo Kami</a:t>
            </a:r>
          </a:p>
          <a:p>
            <a:pPr algn="ctr"/>
            <a:r>
              <a:rPr lang="sv-SE" sz="7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Subay Sa Imong Paagi</a:t>
            </a:r>
          </a:p>
          <a:p>
            <a:pPr algn="ctr"/>
            <a:r>
              <a:rPr lang="sv-SE" sz="7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Makahupay'ng Tambal</a:t>
            </a:r>
            <a:endParaRPr lang="en-ID" sz="7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Kining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Kasingkasing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Hatagi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Hatagi</a:t>
            </a:r>
            <a:endParaRPr lang="en-ID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Buksan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Gangha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</a:t>
            </a:r>
          </a:p>
          <a:p>
            <a:pPr algn="ctr"/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sulod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lab-as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hangin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Kahayag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Modan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-ag</a:t>
            </a:r>
          </a:p>
        </p:txBody>
      </p:sp>
    </p:spTree>
    <p:extLst>
      <p:ext uri="{BB962C8B-B14F-4D97-AF65-F5344CB8AC3E}">
        <p14:creationId xmlns:p14="http://schemas.microsoft.com/office/powerpoint/2010/main" val="151162212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10287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n-NO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Mapuno Ka Sa Panalangin</a:t>
            </a:r>
          </a:p>
          <a:p>
            <a:pPr algn="ctr"/>
            <a:r>
              <a:rPr lang="nn-NO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Iyang Kasingkasing Hiusaha Sa Imoha</a:t>
            </a:r>
            <a:endParaRPr lang="en-ID" sz="7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Ang Tumang Katam-is,</a:t>
            </a:r>
          </a:p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Tagamtama Tagamta-ma</a:t>
            </a: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Buksan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Gangha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</a:t>
            </a:r>
          </a:p>
          <a:p>
            <a:pPr algn="ctr"/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sulod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lab-as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hangin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Kahayag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Modan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-ag</a:t>
            </a:r>
          </a:p>
        </p:txBody>
      </p:sp>
    </p:spTree>
    <p:extLst>
      <p:ext uri="{BB962C8B-B14F-4D97-AF65-F5344CB8AC3E}">
        <p14:creationId xmlns:p14="http://schemas.microsoft.com/office/powerpoint/2010/main" val="52561190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10287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n-NO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Mapuno Ka Sa Panalangin</a:t>
            </a:r>
          </a:p>
          <a:p>
            <a:pPr algn="ctr"/>
            <a:r>
              <a:rPr lang="nn-NO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Iyang Kasingkasing Hiusaha Sa Imoha</a:t>
            </a:r>
            <a:endParaRPr lang="en-ID" sz="7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6489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Ang Tumang Katam-is,</a:t>
            </a:r>
          </a:p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Tagamtama Tagamta-ma</a:t>
            </a:r>
          </a:p>
        </p:txBody>
      </p:sp>
    </p:spTree>
    <p:extLst>
      <p:ext uri="{BB962C8B-B14F-4D97-AF65-F5344CB8AC3E}">
        <p14:creationId xmlns:p14="http://schemas.microsoft.com/office/powerpoint/2010/main" val="36464876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Ang Tumang Katam-is</a:t>
            </a:r>
          </a:p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Tagamtama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Tagamta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</a:t>
            </a: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17"/>
          <p:cNvSpPr txBox="1">
            <a:spLocks noGrp="1"/>
          </p:cNvSpPr>
          <p:nvPr>
            <p:ph type="title"/>
          </p:nvPr>
        </p:nvSpPr>
        <p:spPr>
          <a:xfrm>
            <a:off x="3332829" y="1567568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//Halad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17"/>
          <p:cNvSpPr/>
          <p:nvPr/>
        </p:nvSpPr>
        <p:spPr>
          <a:xfrm>
            <a:off x="2939588" y="2848148"/>
            <a:ext cx="2867891" cy="22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Tanging Alay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378" y="96271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Salamat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Iyo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Panginoong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Hesus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Ako'y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Inibig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Inangking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Lubos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2870" y="114301"/>
            <a:ext cx="8893969" cy="4918472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Tanging Alay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'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Buong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Kalul'wa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'Di Makayanang Makapagkaloob</a:t>
            </a:r>
            <a:b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Mamahaling Hiyas, Ni Gintong Nilukob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7090" y="86375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Dalangin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Oh,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Ay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Tanggapin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Tanging Alay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Nawa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Ay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Gamitin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85986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378" y="96271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nn-NO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Ito Lamang Hesus, Wala Nang Iba Pa Aking Hinihiling, </a:t>
            </a:r>
            <a:br>
              <a:rPr lang="nn-NO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nn-NO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'Di Ko Akalain(</a:t>
            </a:r>
            <a:r>
              <a:rPr lang="nn-NO" sz="52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Akalain</a:t>
            </a:r>
            <a:r>
              <a:rPr lang="nn-NO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53847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378" y="96271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Ay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Binigyang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Pansin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Taong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Tulad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Ko'y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52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Tulad</a:t>
            </a:r>
            <a:r>
              <a:rPr lang="en-US" sz="52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2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Ko’y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'Di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Mahalin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44590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2870" y="114301"/>
            <a:ext cx="8893969" cy="4918472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Tanging Alay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'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Buong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Puso’t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Kalul'wa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013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'Di Makayanang Makapagkaloob</a:t>
            </a:r>
            <a:b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Mamahaling Hiyas, Ni Gintong Nilukob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13798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7090" y="86375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Dalangin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Oh,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Ay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Tanggapin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Tanging Alay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Nawa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Ay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Gamitin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4457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7090" y="86375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Ito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Lamang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Hesus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Hinihiling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Hinihintay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52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Hinihintay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9984139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7090" y="86375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Tanging Alay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'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Buong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Puso’t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Kalul'wa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03494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7090" y="86375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'Di Makayanang Makapagkaloob</a:t>
            </a:r>
            <a:b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Mamahaling Hiyas, Ni Gintong Nilukob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19638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7090" y="86375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Aking Dalangin, Oh, Diyos, Ay Tanggapin</a:t>
            </a:r>
            <a:b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Tanging Alay Ko, Nawa Ay Gamitin</a:t>
            </a:r>
            <a:endParaRPr lang="en-US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29294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97090" y="86375"/>
                <a:ext cx="8893969" cy="4918472"/>
              </a:xfrm>
            </p:spPr>
            <p:txBody>
              <a:bodyPr anchor="ctr">
                <a:noAutofit/>
              </a:bodyPr>
              <a:lstStyle/>
              <a:p>
                <a:pPr algn="ctr"/>
                <a:r>
                  <a:rPr lang="sv-SE" sz="75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(Ito Lamang, Hesus, Wala Nang Iba Pa Aking Hinihiling)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75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75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75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75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7090" y="86375"/>
                <a:ext cx="8893969" cy="4918472"/>
              </a:xfrm>
              <a:blipFill>
                <a:blip r:embed="rId2"/>
                <a:stretch>
                  <a:fillRect l="-1165" r="-2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367385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34"/>
          <p:cNvSpPr txBox="1">
            <a:spLocks noGrp="1"/>
          </p:cNvSpPr>
          <p:nvPr>
            <p:ph type="title"/>
          </p:nvPr>
        </p:nvSpPr>
        <p:spPr>
          <a:xfrm>
            <a:off x="1796143" y="1723157"/>
            <a:ext cx="6353405" cy="174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//Katapusang </a:t>
            </a: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awit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34"/>
          <p:cNvSpPr/>
          <p:nvPr/>
        </p:nvSpPr>
        <p:spPr>
          <a:xfrm>
            <a:off x="3013362" y="2974848"/>
            <a:ext cx="2867891" cy="26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Hail Mary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Hail Mary, Gentle Woman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Hail Mary, Full Of Grace,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Lord Is With You.</a:t>
            </a:r>
          </a:p>
        </p:txBody>
      </p:sp>
    </p:spTree>
    <p:extLst>
      <p:ext uri="{BB962C8B-B14F-4D97-AF65-F5344CB8AC3E}">
        <p14:creationId xmlns:p14="http://schemas.microsoft.com/office/powerpoint/2010/main" val="148320379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Blessed Are You Among Women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Blest Is The Fruit Of Your Womb, Jesus.</a:t>
            </a:r>
          </a:p>
        </p:txBody>
      </p:sp>
    </p:spTree>
    <p:extLst>
      <p:ext uri="{BB962C8B-B14F-4D97-AF65-F5344CB8AC3E}">
        <p14:creationId xmlns:p14="http://schemas.microsoft.com/office/powerpoint/2010/main" val="19575091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63615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Holy Mary, Mother Of God,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Pray For Us Sinners Now</a:t>
            </a:r>
          </a:p>
        </p:txBody>
      </p:sp>
    </p:spTree>
    <p:extLst>
      <p:ext uri="{BB962C8B-B14F-4D97-AF65-F5344CB8AC3E}">
        <p14:creationId xmlns:p14="http://schemas.microsoft.com/office/powerpoint/2010/main" val="344702142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At The Hour Of Death.</a:t>
            </a:r>
          </a:p>
        </p:txBody>
      </p:sp>
    </p:spTree>
    <p:extLst>
      <p:ext uri="{BB962C8B-B14F-4D97-AF65-F5344CB8AC3E}">
        <p14:creationId xmlns:p14="http://schemas.microsoft.com/office/powerpoint/2010/main" val="5456079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Gentle Woman, Quiet Light,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Morning Star, So Strong And Bright,</a:t>
            </a:r>
          </a:p>
        </p:txBody>
      </p:sp>
    </p:spTree>
    <p:extLst>
      <p:ext uri="{BB962C8B-B14F-4D97-AF65-F5344CB8AC3E}">
        <p14:creationId xmlns:p14="http://schemas.microsoft.com/office/powerpoint/2010/main" val="409739688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Gentle Mother, Peaceful Dove,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 Us Wisdom; Teach Us Love.</a:t>
            </a:r>
          </a:p>
        </p:txBody>
      </p:sp>
    </p:spTree>
    <p:extLst>
      <p:ext uri="{BB962C8B-B14F-4D97-AF65-F5344CB8AC3E}">
        <p14:creationId xmlns:p14="http://schemas.microsoft.com/office/powerpoint/2010/main" val="246619497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63615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Were Chosen By The Father;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Were Chosen For The Son.</a:t>
            </a:r>
          </a:p>
        </p:txBody>
      </p:sp>
    </p:spTree>
    <p:extLst>
      <p:ext uri="{BB962C8B-B14F-4D97-AF65-F5344CB8AC3E}">
        <p14:creationId xmlns:p14="http://schemas.microsoft.com/office/powerpoint/2010/main" val="325785287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Were Chosen From All Women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For Woman, Shining One.</a:t>
            </a:r>
          </a:p>
        </p:txBody>
      </p:sp>
    </p:spTree>
    <p:extLst>
      <p:ext uri="{BB962C8B-B14F-4D97-AF65-F5344CB8AC3E}">
        <p14:creationId xmlns:p14="http://schemas.microsoft.com/office/powerpoint/2010/main" val="356731718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Gentle Woman, Quiet Light,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Morning Star, So Strong And Bright,</a:t>
            </a:r>
          </a:p>
        </p:txBody>
      </p:sp>
    </p:spTree>
    <p:extLst>
      <p:ext uri="{BB962C8B-B14F-4D97-AF65-F5344CB8AC3E}">
        <p14:creationId xmlns:p14="http://schemas.microsoft.com/office/powerpoint/2010/main" val="2361854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Gentle Mother, Peaceful Dove,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 Us Wisdom; Teach Us Love.</a:t>
            </a:r>
          </a:p>
        </p:txBody>
      </p:sp>
    </p:spTree>
    <p:extLst>
      <p:ext uri="{BB962C8B-B14F-4D97-AF65-F5344CB8AC3E}">
        <p14:creationId xmlns:p14="http://schemas.microsoft.com/office/powerpoint/2010/main" val="52997906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Blessed Are You Among Women,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Blest In Turn All Women, Too.</a:t>
            </a:r>
          </a:p>
        </p:txBody>
      </p:sp>
    </p:spTree>
    <p:extLst>
      <p:ext uri="{BB962C8B-B14F-4D97-AF65-F5344CB8AC3E}">
        <p14:creationId xmlns:p14="http://schemas.microsoft.com/office/powerpoint/2010/main" val="245925928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Blessed They With Peaceful Spirits.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Blessed They With Gentle Hearts.</a:t>
            </a:r>
          </a:p>
        </p:txBody>
      </p:sp>
    </p:spTree>
    <p:extLst>
      <p:ext uri="{BB962C8B-B14F-4D97-AF65-F5344CB8AC3E}">
        <p14:creationId xmlns:p14="http://schemas.microsoft.com/office/powerpoint/2010/main" val="353645660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Gentle Woman, Quiet Light,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Morning Star, So Strong And Bright,</a:t>
            </a:r>
          </a:p>
        </p:txBody>
      </p:sp>
    </p:spTree>
    <p:extLst>
      <p:ext uri="{BB962C8B-B14F-4D97-AF65-F5344CB8AC3E}">
        <p14:creationId xmlns:p14="http://schemas.microsoft.com/office/powerpoint/2010/main" val="330238531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Gentle Mother, Peaceful Dove,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 Us Wisdom; Teach Us Love.</a:t>
            </a:r>
          </a:p>
        </p:txBody>
      </p:sp>
    </p:spTree>
    <p:extLst>
      <p:ext uri="{BB962C8B-B14F-4D97-AF65-F5344CB8AC3E}">
        <p14:creationId xmlns:p14="http://schemas.microsoft.com/office/powerpoint/2010/main" val="248386059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 Us Wisdom; Teach Us Love.</a:t>
            </a:r>
          </a:p>
        </p:txBody>
      </p:sp>
    </p:spTree>
    <p:extLst>
      <p:ext uri="{BB962C8B-B14F-4D97-AF65-F5344CB8AC3E}">
        <p14:creationId xmlns:p14="http://schemas.microsoft.com/office/powerpoint/2010/main" val="229722917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1299</Words>
  <Application>Microsoft Office PowerPoint</Application>
  <PresentationFormat>On-screen Show (16:9)</PresentationFormat>
  <Paragraphs>129</Paragraphs>
  <Slides>121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121</vt:i4>
      </vt:variant>
    </vt:vector>
  </HeadingPairs>
  <TitlesOfParts>
    <vt:vector size="127" baseType="lpstr">
      <vt:lpstr>Arial</vt:lpstr>
      <vt:lpstr>Calibri</vt:lpstr>
      <vt:lpstr>Cambria Math</vt:lpstr>
      <vt:lpstr>Times New Roman</vt:lpstr>
      <vt:lpstr>Simple Light</vt:lpstr>
      <vt:lpstr>Office Theme</vt:lpstr>
      <vt:lpstr>PowerPoint Presentation</vt:lpstr>
      <vt:lpstr>//PASIUNA</vt:lpstr>
      <vt:lpstr>Daygon Ta Ang Ginoo Uban Sa Mga Bag-ong Awit, Ang Kalipay Ta Isinggit</vt:lpstr>
      <vt:lpstr>Ang Ginoo Ang Labing Hingpit Daygon Ta Ang Ginoo Uban Sa Mga Instrumento</vt:lpstr>
      <vt:lpstr>Ang Kalipay Ta Isangyaw O Bulahang Adlaw</vt:lpstr>
      <vt:lpstr>Tugtuga Na Ang Gitara, Ipalanog Na Ang Trumpeta, Ang Ginoo Sa Gugma, pasalamatan ta</vt:lpstr>
      <vt:lpstr>Tugutuga Na Ang Gitara, Ipalanog Na Ang Trumpeta, Salamat Ginoo Sa Imong Kaayo</vt:lpstr>
      <vt:lpstr>PowerPoint Presentation</vt:lpstr>
      <vt:lpstr>Nagakompisal ako</vt:lpstr>
      <vt:lpstr>Nagakompisal Ako Sa Dios Nga Makagagahom Sa Tanan, </vt:lpstr>
      <vt:lpstr>Ug Kanimo Mga Igsoon Kay Nakalapas Ako Ug Dako Uyamot Sa Hunahuna,</vt:lpstr>
      <vt:lpstr>Sa Pulong Ug Sa Buhat, Ug Sa Sa Wala Pagbuhat Sa Angayang Buhaton.</vt:lpstr>
      <vt:lpstr>Kay Akong Sala, Akong Dakong Sala. Busa Nangamuyo Ako Kang Santa Maria, Kanunayng Birhen, </vt:lpstr>
      <vt:lpstr>Sa Tanang Mga Anghel Ug Mga Santos, Ug Kaninyo Mga Igsoon, </vt:lpstr>
      <vt:lpstr>Aron Inyo Akong I-ampo Sa Ginoo Nga Atong Dios.</vt:lpstr>
      <vt:lpstr>PowerPoint Presentation</vt:lpstr>
      <vt:lpstr>kyrie</vt:lpstr>
      <vt:lpstr>Ginoo Kaloy E Kami, Ginoo Kaloy E Kami</vt:lpstr>
      <vt:lpstr>Kristo Kaloy E Kami, Kristo Kaloy E Kami</vt:lpstr>
      <vt:lpstr>Ginoo Kaloy E Kami, Ginoo Kaloy E Kami</vt:lpstr>
      <vt:lpstr>Kristo Kaloy E Kami, Kristo Kaloy E Kami</vt:lpstr>
      <vt:lpstr>PowerPoint Presentation</vt:lpstr>
      <vt:lpstr>Awit sa himaya</vt:lpstr>
      <vt:lpstr>Ug Kadait Sa Iyang Mga Tawo Dinhi Sa Yuta Ginoong Dios, Langitnong Hari,</vt:lpstr>
      <vt:lpstr>Dios Amahan Makagagahum Sa Tanan, Nagasimba Kami Kanimo, Nagapasalamat Kami Kanimo</vt:lpstr>
      <vt:lpstr>Nagadayeg Kami Kanimo Tungod Sa Imong Himaya</vt:lpstr>
      <vt:lpstr>Himaya Sa Dios Didto Sa La-a-ngit, Ginoong Jesu-kristo, Bugtong Anak Sa Amahan</vt:lpstr>
      <vt:lpstr>Ginoong Dios, Kordero Sa Dios, Ikaw Nagawagtang Sa Sala Sa Kalibutan, Kaloy-i Kami</vt:lpstr>
      <vt:lpstr>Ikaw Nagalingkod Sa Tuo Sa Amahan, Dawata Ang Among Pangamuyo</vt:lpstr>
      <vt:lpstr>Himaya Sa Dios Didto Sa La-a-ngit, Kay Ikaw Lamang Ang Santos, Ikaw Lamang Ang Ginoo</vt:lpstr>
      <vt:lpstr>Ikaw Lamang Ang Labing Halangdon, O Jesu-kristo</vt:lpstr>
      <vt:lpstr>Uban Sa Espiritu Santo, Diha Sa Himaya Sa Dios Nga Amahan</vt:lpstr>
      <vt:lpstr>A-men, A--men</vt:lpstr>
      <vt:lpstr>Himaya Sa Dios Didto Sa La-a-ngit</vt:lpstr>
      <vt:lpstr>PowerPoint Presentation</vt:lpstr>
      <vt:lpstr>Salmo tubag</vt:lpstr>
      <vt:lpstr>Awiti Ang Ginoo og Bag-ong awit, Kay Nag-himo Siya og Katingalahang Mga Buhat </vt:lpstr>
      <vt:lpstr>PowerPoint Presentation</vt:lpstr>
      <vt:lpstr>//Awit sa pagdayeg</vt:lpstr>
      <vt:lpstr>Alleluia Alleluia Alle-luia Alle-luia Alle-luia</vt:lpstr>
      <vt:lpstr>Dayga Ang Ginoo O Jerusalem Nagpadala Siya Sa Iyang Pulong Dinhi Sa Yuta</vt:lpstr>
      <vt:lpstr>Alleluia Alleluia Alle-luia Alle-luia Alle-luia</vt:lpstr>
      <vt:lpstr>PowerPoint Presentation</vt:lpstr>
      <vt:lpstr>Profession of faith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Tubag sa pangamuyo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Amahan namo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//kalawat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//Halad</vt:lpstr>
      <vt:lpstr>Salamat Sa Iyo Aking Panginoong Hesus Ako'y Inibig Mo At Inangking Lubos</vt:lpstr>
      <vt:lpstr>Ang Tanging Alay Ko Sa 'Yo, Aking Ama Ay Buong Buhay Ko, Puso At Kalul'wa</vt:lpstr>
      <vt:lpstr>'Di Makayanang Makapagkaloob Mamahaling Hiyas, Ni Gintong Nilukob</vt:lpstr>
      <vt:lpstr>Ang Aking Dalangin, Oh, Diyos, Ay Tanggapin Tanging Alay Ko, Nawa Ay Gamitin</vt:lpstr>
      <vt:lpstr>Ito Lamang Hesus, Wala Nang Iba Pa Aking Hinihiling,  'Di Ko Akalain(Akalain)</vt:lpstr>
      <vt:lpstr>Ako Ay Binigyang Pansin, Ang Taong Tulad Ko'y(Tulad Ko’y) 'Di Dapat Mahalin</vt:lpstr>
      <vt:lpstr>Ang Tanging Alay Ko Sa 'Yo, Aking Ama Ay Buong Buhay Ko, Puso’t Kalul'wa</vt:lpstr>
      <vt:lpstr>'Di Makayanang Makapagkaloob Mamahaling Hiyas, Ni Gintong Nilukob</vt:lpstr>
      <vt:lpstr>Ang Aking Dalangin, Oh, Diyos, Ay Tanggapin Tanging Alay Ko, Nawa Ay Gamitin</vt:lpstr>
      <vt:lpstr>Ito Lamang, Hesus, Wala Nang Iba Pa Aking Hinihiling Aking Hinihintay (Hinihintay)</vt:lpstr>
      <vt:lpstr>Ang Tanging Alay Ko Sa 'Yo, Aking Ama Ay Buong Buhay Ko, Puso’t Kalul'wa</vt:lpstr>
      <vt:lpstr>'Di Makayanang Makapagkaloob Mamahaling Hiyas, Ni Gintong Nilukob</vt:lpstr>
      <vt:lpstr>Ang Aking Dalangin, Oh, Diyos, Ay Tanggapin Tanging Alay Ko, Nawa Ay Gamitin</vt:lpstr>
      <vt:lpstr>(Ito Lamang, Hesus, Wala Nang Iba Pa Aking Hinihiling)X^2</vt:lpstr>
      <vt:lpstr>PowerPoint Presentation</vt:lpstr>
      <vt:lpstr>//Katapusang awit</vt:lpstr>
      <vt:lpstr>Hail Mary, Gentle Woman Hail Mary, Full Of Grace, The Lord Is With You.</vt:lpstr>
      <vt:lpstr>Blessed Are You Among Women And Blest Is The Fruit Of Your Womb, Jesus.</vt:lpstr>
      <vt:lpstr>Holy Mary, Mother Of God, Pray For Us Sinners Now</vt:lpstr>
      <vt:lpstr>And At The Hour Of Death.</vt:lpstr>
      <vt:lpstr>Gentle Woman, Quiet Light, Morning Star, So Strong And Bright,</vt:lpstr>
      <vt:lpstr>Gentle Mother, Peaceful Dove, Teach Us Wisdom; Teach Us Love.</vt:lpstr>
      <vt:lpstr>You Were Chosen By The Father; You Were Chosen For The Son.</vt:lpstr>
      <vt:lpstr>You Were Chosen From All Women And For Woman, Shining One.</vt:lpstr>
      <vt:lpstr>Gentle Woman, Quiet Light, Morning Star, So Strong And Bright,</vt:lpstr>
      <vt:lpstr>Gentle Mother, Peaceful Dove, Teach Us Wisdom; Teach Us Love.</vt:lpstr>
      <vt:lpstr>Blessed Are You Among Women, Blest In Turn All Women, Too.</vt:lpstr>
      <vt:lpstr>Blessed They With Peaceful Spirits. Blessed They With Gentle Hearts.</vt:lpstr>
      <vt:lpstr>Gentle Woman, Quiet Light, Morning Star, So Strong And Bright,</vt:lpstr>
      <vt:lpstr>Gentle Mother, Peaceful Dove, Teach Us Wisdom; Teach Us Love.</vt:lpstr>
      <vt:lpstr>Teach Us Wisdom; Teach Us Love.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137</cp:revision>
  <dcterms:modified xsi:type="dcterms:W3CDTF">2024-12-08T21:32:51Z</dcterms:modified>
</cp:coreProperties>
</file>