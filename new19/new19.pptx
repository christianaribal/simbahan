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416" r:id="rId2"/>
    <p:sldId id="259" r:id="rId3"/>
    <p:sldId id="260" r:id="rId4"/>
    <p:sldId id="261" r:id="rId5"/>
    <p:sldId id="262" r:id="rId6"/>
    <p:sldId id="263" r:id="rId7"/>
    <p:sldId id="604" r:id="rId8"/>
    <p:sldId id="367" r:id="rId9"/>
    <p:sldId id="299" r:id="rId10"/>
    <p:sldId id="271" r:id="rId11"/>
    <p:sldId id="272" r:id="rId12"/>
    <p:sldId id="273" r:id="rId13"/>
    <p:sldId id="274" r:id="rId14"/>
    <p:sldId id="275" r:id="rId15"/>
    <p:sldId id="276" r:id="rId16"/>
    <p:sldId id="368" r:id="rId17"/>
    <p:sldId id="693" r:id="rId18"/>
    <p:sldId id="601" r:id="rId19"/>
    <p:sldId id="602" r:id="rId20"/>
    <p:sldId id="369" r:id="rId21"/>
    <p:sldId id="322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370" r:id="rId34"/>
    <p:sldId id="323" r:id="rId35"/>
    <p:sldId id="324" r:id="rId36"/>
    <p:sldId id="371" r:id="rId37"/>
    <p:sldId id="694" r:id="rId38"/>
    <p:sldId id="484" r:id="rId39"/>
    <p:sldId id="485" r:id="rId40"/>
    <p:sldId id="705" r:id="rId41"/>
    <p:sldId id="706" r:id="rId42"/>
    <p:sldId id="372" r:id="rId43"/>
    <p:sldId id="338" r:id="rId44"/>
    <p:sldId id="672" r:id="rId45"/>
    <p:sldId id="310" r:id="rId46"/>
    <p:sldId id="673" r:id="rId47"/>
    <p:sldId id="312" r:id="rId48"/>
    <p:sldId id="674" r:id="rId49"/>
    <p:sldId id="314" r:id="rId50"/>
    <p:sldId id="675" r:id="rId51"/>
    <p:sldId id="316" r:id="rId52"/>
    <p:sldId id="676" r:id="rId53"/>
    <p:sldId id="677" r:id="rId54"/>
    <p:sldId id="678" r:id="rId55"/>
    <p:sldId id="679" r:id="rId56"/>
    <p:sldId id="680" r:id="rId57"/>
    <p:sldId id="681" r:id="rId58"/>
    <p:sldId id="373" r:id="rId59"/>
    <p:sldId id="339" r:id="rId60"/>
    <p:sldId id="340" r:id="rId61"/>
    <p:sldId id="707" r:id="rId62"/>
    <p:sldId id="566" r:id="rId63"/>
    <p:sldId id="567" r:id="rId64"/>
    <p:sldId id="708" r:id="rId65"/>
    <p:sldId id="719" r:id="rId66"/>
    <p:sldId id="720" r:id="rId67"/>
    <p:sldId id="341" r:id="rId68"/>
    <p:sldId id="343" r:id="rId69"/>
    <p:sldId id="345" r:id="rId70"/>
    <p:sldId id="346" r:id="rId71"/>
    <p:sldId id="348" r:id="rId72"/>
    <p:sldId id="351" r:id="rId73"/>
    <p:sldId id="350" r:id="rId74"/>
    <p:sldId id="374" r:id="rId75"/>
    <p:sldId id="696" r:id="rId76"/>
    <p:sldId id="664" r:id="rId77"/>
    <p:sldId id="665" r:id="rId78"/>
    <p:sldId id="666" r:id="rId79"/>
    <p:sldId id="667" r:id="rId80"/>
    <p:sldId id="703" r:id="rId81"/>
    <p:sldId id="704" r:id="rId82"/>
    <p:sldId id="722" r:id="rId83"/>
    <p:sldId id="723" r:id="rId84"/>
    <p:sldId id="440" r:id="rId85"/>
    <p:sldId id="695" r:id="rId86"/>
    <p:sldId id="284" r:id="rId87"/>
    <p:sldId id="488" r:id="rId88"/>
    <p:sldId id="489" r:id="rId89"/>
    <p:sldId id="490" r:id="rId90"/>
    <p:sldId id="491" r:id="rId91"/>
    <p:sldId id="721" r:id="rId92"/>
    <p:sldId id="377" r:id="rId93"/>
    <p:sldId id="698" r:id="rId94"/>
    <p:sldId id="468" r:id="rId95"/>
    <p:sldId id="469" r:id="rId96"/>
    <p:sldId id="470" r:id="rId97"/>
    <p:sldId id="471" r:id="rId98"/>
    <p:sldId id="472" r:id="rId99"/>
    <p:sldId id="473" r:id="rId100"/>
    <p:sldId id="474" r:id="rId101"/>
    <p:sldId id="475" r:id="rId102"/>
    <p:sldId id="476" r:id="rId103"/>
    <p:sldId id="378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20D5-76F0-4170-964A-F84FEF4B524D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E476-709A-4DF5-AD86-25EC44A13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5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1380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9094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9330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8664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72877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0836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0506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41575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2061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17637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0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7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1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3610-4789-4734-896A-9A81A3CF431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3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16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179337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Daygon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Ta Ang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EF4037-A5BB-49B2-85CA-A54A26A7AB09}"/>
              </a:ext>
            </a:extLst>
          </p:cNvPr>
          <p:cNvGrpSpPr/>
          <p:nvPr/>
        </p:nvGrpSpPr>
        <p:grpSpPr>
          <a:xfrm>
            <a:off x="10412435" y="141848"/>
            <a:ext cx="1302434" cy="1486487"/>
            <a:chOff x="10412435" y="141848"/>
            <a:chExt cx="1302434" cy="1486487"/>
          </a:xfrm>
        </p:grpSpPr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DBB65D3F-3578-4F18-A8E1-FDEF8E6E544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1611C55B-8190-4F2A-8EE7-4CC9435C92D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3A2E3910-F03E-4E46-BB42-45989EEE532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A59C604E-503D-4009-B4CC-2CDE00E9E9B2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0EF2EF7D-8D2C-457D-BF66-C9F7A544EC8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82477-770F-42C1-BB10-6C58E775A1A2}"/>
              </a:ext>
            </a:extLst>
          </p:cNvPr>
          <p:cNvGrpSpPr/>
          <p:nvPr/>
        </p:nvGrpSpPr>
        <p:grpSpPr>
          <a:xfrm>
            <a:off x="2829955" y="5737856"/>
            <a:ext cx="6407832" cy="790723"/>
            <a:chOff x="2829955" y="5737856"/>
            <a:chExt cx="6407832" cy="790723"/>
          </a:xfrm>
        </p:grpSpPr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12E2AA2F-CBCF-4E59-B766-C360B0707CB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EC916B66-F66D-44B1-BF54-4FB634F8A683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54F3E97-ECE7-46E8-83C3-E77C8D25688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EAA3756-CD76-46D5-8F6D-894ACA7E8A2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6824FF35-0970-4A21-814F-9978CD1B58B4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A14F610-81D3-4657-8AA7-7A8F12FAFCF7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3DAEF6A0-9929-4393-92D1-F0913CED59A6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E0A68DA5-6013-4F44-9997-50B7A7A37240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7CB33C-25CC-4680-9E9E-35031700E577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C2338D19-E05E-42DD-ABCA-BDCC0E2FFA2C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10ED7F03-21B6-4B7C-BB6A-AC091FBAE12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C0622665-C831-4101-96C4-A313260A149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Frame 22">
              <a:extLst>
                <a:ext uri="{FF2B5EF4-FFF2-40B4-BE49-F238E27FC236}">
                  <a16:creationId xmlns:a16="http://schemas.microsoft.com/office/drawing/2014/main" id="{C027A6B2-5E99-4F34-B9EF-F6C8AA7B7173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78AE9222-EBA2-4EA5-8F1F-983BF5DAB3A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225AB5-BD85-4913-A3CE-A84C5ECC726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0A8A0F19-DF27-492C-B292-C1107765E8A4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D35C5EF4-19DA-4CBE-92AF-A7AC53065987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ame 27">
              <a:extLst>
                <a:ext uri="{FF2B5EF4-FFF2-40B4-BE49-F238E27FC236}">
                  <a16:creationId xmlns:a16="http://schemas.microsoft.com/office/drawing/2014/main" id="{D7C958AC-08BD-413C-9FCC-FE90374D701B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D715B059-D471-4862-8D8C-7D3FE1DA9C8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F33C5261-E253-4567-8061-9AA29FEC59AA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ame 30">
              <a:extLst>
                <a:ext uri="{FF2B5EF4-FFF2-40B4-BE49-F238E27FC236}">
                  <a16:creationId xmlns:a16="http://schemas.microsoft.com/office/drawing/2014/main" id="{FCCAE35C-6DED-4A20-97D7-355D674E7F0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ame 31">
              <a:extLst>
                <a:ext uri="{FF2B5EF4-FFF2-40B4-BE49-F238E27FC236}">
                  <a16:creationId xmlns:a16="http://schemas.microsoft.com/office/drawing/2014/main" id="{7530BA3B-7C6E-4F32-8040-5FA36F42B33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39EA4A20-453A-4D0F-B08C-BA02A1826CB8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32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Bag-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Isinggit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Hingpit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 Ta Ang Ginoo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 Sa Mga Instrumento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6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Kalipay Ta Isangyaw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Bulahang Adlaw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Tugtuga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Tugutuga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Salamat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8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086" y="2191691"/>
            <a:ext cx="80357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Nagakompisal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56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90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126682" y="13707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72402" y="12183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82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Kyrie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Kaloy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-I Kami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54494D-58FB-413B-A040-32181A1F0393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AF0534E-EC37-4928-9655-C1180348FB24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7A770EC-384A-442D-9815-0A40EBC93896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78A52422-DFE4-49CF-86D5-1DBDFBD5310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0BD7ECE-5567-4273-804F-A4F3C7C8CF2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55C0A7E2-7457-4B5C-8075-7FDA66202962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2DD3D3-0F41-4FE7-8847-974A274E9E2F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C6EF77F-430D-4B53-9FEC-457F91F4ECC3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0CBCFF-D777-4BF4-836C-C618C050C846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36CA4ADE-200D-45B2-9354-0CCAE0FB4E7A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361925E-76CE-4C70-815C-0F8438958269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8B79D3F3-EA33-4B2D-A7D3-D13CE8C5D19F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0E45E2BF-40F3-4158-A724-621668A09E1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3F161F0C-78C8-4D91-8A1E-BE2B6B47E103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A64091-FFB5-4E84-A362-73E18CE9556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89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 </a:t>
            </a:r>
            <a:r>
              <a:rPr lang="en-US" sz="9600" b="1" dirty="0" err="1">
                <a:solidFill>
                  <a:schemeClr val="bg1"/>
                </a:solidFill>
              </a:rPr>
              <a:t>Kristo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Kristo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</a:t>
            </a: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Kaming Makasasala Nagalaum Sa Kinabuhing Dayon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95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4629" y="2177177"/>
            <a:ext cx="6828692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Awit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493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" sz="93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93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8300"/>
            </a:pPr>
            <a:r>
              <a:rPr lang="en" sz="11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11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20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3944" y="2104606"/>
            <a:ext cx="6828692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50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06F519-77CA-FBB9-5627-32011907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7999"/>
          </a:xfrm>
        </p:spPr>
        <p:txBody>
          <a:bodyPr>
            <a:noAutofit/>
          </a:bodyPr>
          <a:lstStyle/>
          <a:p>
            <a:pPr algn="ctr"/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Espirito</a:t>
            </a:r>
            <a:r>
              <a:rPr lang="en-ID" sz="1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Ug </a:t>
            </a:r>
            <a:r>
              <a:rPr lang="en-ID" sz="1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endParaRPr lang="en-ID" sz="1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00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321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B7233F-AB02-44B3-80AA-8767BF9D04C6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E0CC2E06-90E4-4A86-A468-04BE07918869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1933B36-6918-486D-881D-9E4D10B7536F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D04AAD5-7253-4A02-A1A1-C05AB62A0A0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EEA0EB3-B7AA-469F-A534-F8183BC29EE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F51C04CF-5DB7-40F0-9E6C-8079B203FD13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565C23-3393-40FF-9F13-FB69C0700E28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3559C3C-01C3-4F66-8618-4A8CD7296D56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9581DB76-2052-4975-A38B-7E1CE06128DE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84FEC59C-0576-44BD-862F-BD7D99C2614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37688A3-C05F-4D13-81CF-6785CD4ADE21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80DB6AA-551B-480C-83E5-EEE053D5917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3F82BE6-E13F-4028-B94B-410F9B9BCFF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C667796B-A983-4B96-AE0A-ACA1CB8E16C4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2341C0A0-1B81-4E08-9358-49E495A00459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284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b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ID" sz="101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Pagdaygon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-u-u-u-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ID" sz="1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b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ID" sz="101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99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Pagdaygon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-u-u-u-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ID" sz="1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89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280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542" y="2336834"/>
            <a:ext cx="7847093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 of faith</a:t>
            </a:r>
          </a:p>
        </p:txBody>
      </p:sp>
    </p:spTree>
    <p:extLst>
      <p:ext uri="{BB962C8B-B14F-4D97-AF65-F5344CB8AC3E}">
        <p14:creationId xmlns:p14="http://schemas.microsoft.com/office/powerpoint/2010/main" val="906382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700"/>
            </a:pPr>
            <a:r>
              <a:rPr lang="en" sz="89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89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39931" y="123305"/>
            <a:ext cx="11928764" cy="6622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3854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10806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006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6" y="2104605"/>
            <a:ext cx="92549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pangamuyo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994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2AB8-5695-4B79-8CBD-87247F89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86" y="248721"/>
            <a:ext cx="11466285" cy="632822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ID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Paminawa</a:t>
            </a:r>
            <a:r>
              <a:rPr lang="en-ID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Pag-</a:t>
            </a:r>
            <a:r>
              <a:rPr lang="en-ID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Ampo</a:t>
            </a:r>
            <a:endParaRPr lang="en-ID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0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856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117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34747179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5930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86465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321FFC-621E-4A15-BFF0-56DE765C7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Amahan Namo, Nga Anaa Sa Mga Langit Pagdaygon Ang Imong Ngalan,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22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C7A885-E910-4672-AFE6-E60C7271F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Umabot Kanamo Ang Imong Gingharian </a:t>
            </a:r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Matuman Ang Imong Pagbuot,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261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7269FA-DBD8-444A-975B-0C91E8149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Dinhi Sa Yuta,</a:t>
            </a:r>
            <a:b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Maingon Sa La-ngit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358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BC6933-8F7D-4800-9D91-C7991A86E9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Kalan-on Namo Sa Matag Adlaw Ihatag Kanamo Karong Adla-wa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606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AA3D4-2AB8-4B24-85ED-BFA9623F3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 Pasayloa Kami Sa Among Mga Sala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Maingon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Nagapasaylo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3788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Nakasala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Dili Mo Kami, </a:t>
            </a:r>
          </a:p>
        </p:txBody>
      </p:sp>
    </p:spTree>
    <p:extLst>
      <p:ext uri="{BB962C8B-B14F-4D97-AF65-F5344CB8AC3E}">
        <p14:creationId xmlns:p14="http://schemas.microsoft.com/office/powerpoint/2010/main" val="32849778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Itugyan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Panulay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Hinonoa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Kami,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Dautan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5171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228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Kalawat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Sr Santo 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Ni</a:t>
            </a:r>
            <a:r>
              <a:rPr lang="en-US" alt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</a:rPr>
              <a:t>ñ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943163-484B-4625-9DF5-B2F5C64062E0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7F154B6-B787-4A0D-805C-875B03C43C22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98978A0-BB5D-4BC3-B58E-AA30E82F8F5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FDD7331D-71CD-438E-84AA-86D900850C5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7748DAB0-BBD3-44AC-841D-C33DE89138F1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CF32990E-09CE-4523-A62F-69930B8E37BF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B12431-F073-4133-B963-4244BB14B286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ADF7859-8C9B-4E0D-A77B-EF5E1490DAF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C6BC061-F754-49BF-BB60-DB0D90D5596B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6A77EF9-B582-4661-A18F-0845C93A3504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4F1BB8E2-60DA-4B5C-98AF-D0232F2352F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1B55F51D-3266-44AB-BB00-B07C034B28CC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45A758F2-F3AE-4CD3-B9A7-E47D0EF5296B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804BA73-66A9-4F69-8BDC-D7453ED61079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E99AC89-18D2-403F-9BA9-36D374DB881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5606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Santos Nga Ginoo</a:t>
            </a:r>
            <a:b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Tanang Panahon</a:t>
            </a:r>
            <a:b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Ikaw Ang Among Hari</a:t>
            </a:r>
            <a:b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Kagahapon Ug Karun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2698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Tanan Nga Katuigan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pagadaygon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tupong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pagmahal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gihatag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947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Santo Niño, Santo Niño SR. Santo Niño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Daghang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Salamat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Kaayo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Daygon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Kanunay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</a:t>
            </a:r>
          </a:p>
        </p:txBody>
      </p:sp>
    </p:spTree>
    <p:extLst>
      <p:ext uri="{BB962C8B-B14F-4D97-AF65-F5344CB8AC3E}">
        <p14:creationId xmlns:p14="http://schemas.microsoft.com/office/powerpoint/2010/main" val="2018561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Simbahon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Gayud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Santo Niño, Santo Niño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Gugma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</a:t>
            </a:r>
          </a:p>
        </p:txBody>
      </p:sp>
    </p:spTree>
    <p:extLst>
      <p:ext uri="{BB962C8B-B14F-4D97-AF65-F5344CB8AC3E}">
        <p14:creationId xmlns:p14="http://schemas.microsoft.com/office/powerpoint/2010/main" val="5903341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Nga Gamhanan, Hari Sa Tanan</a:t>
            </a:r>
            <a:b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Hatagan Unta Kamig Luna</a:t>
            </a:r>
            <a:b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Diha Sa Dughan Mo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31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kanunay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gamay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tupong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pagmahal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gihatag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1657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Santo Niño, Santo Niño SR. Santo Niño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Daghang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Salamat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Kaayo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Daygon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Kanunay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</a:t>
            </a:r>
          </a:p>
        </p:txBody>
      </p:sp>
    </p:spTree>
    <p:extLst>
      <p:ext uri="{BB962C8B-B14F-4D97-AF65-F5344CB8AC3E}">
        <p14:creationId xmlns:p14="http://schemas.microsoft.com/office/powerpoint/2010/main" val="16609841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Simbahon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Gayud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Niño,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Niño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Gugma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</a:t>
            </a:r>
          </a:p>
        </p:txBody>
      </p:sp>
    </p:spTree>
    <p:extLst>
      <p:ext uri="{BB962C8B-B14F-4D97-AF65-F5344CB8AC3E}">
        <p14:creationId xmlns:p14="http://schemas.microsoft.com/office/powerpoint/2010/main" val="14851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4910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Halad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Ipa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Ambit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56DEA-2FAE-4EC4-9B26-84893D174CB8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FDD15112-0CD4-4D63-8841-C524CE49ED9E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10F149A2-A106-4321-B857-7C5AB84047FD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A1D3D77-035E-480F-BFFD-0EF02A868560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A591806-7E11-4771-8EEF-E3A90B355B0B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45298B82-6D2C-43D1-8C39-C8B53886B4FC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85E112-6336-4EFB-B16B-ABD2EAE677B0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CC2C8CF9-8E32-4A4D-9310-3D7B96A0034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88FDCE5-CE26-4566-8B6B-01291B5179B5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9D11663-3A11-4CD6-90D2-133120E9507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06230CB-2A09-4672-9D6A-F899F423A38C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FA25B54-F5FE-4395-BA47-141263F1072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AB30D0E-989B-4896-A7C0-71A9D072909D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F1A81C96-496F-47DD-8DCA-C379920489F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E5378F84-8ED5-483D-828D-4DFE33AAFDED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6841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2649" y="737961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Igsoon ko ipaambit na ang kinabuhi mo,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mga hiyas mo palamboa,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 sa langit nga mga gasa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segi na gamita na kining maong gasa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tanan inuslan lang arun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higala hinumdumi ang kahitas-an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21" y="171905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mohatag sa nagkugi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mosilot sa nagsayang niining maong bahandi.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21" y="17190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,,,,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3161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2334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Bag-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ong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Huni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C90B16-85A8-4ABF-AE4B-4428844575ED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A9B790CE-E005-4554-9A7E-C32D2A41840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475A911-2A52-4FC8-8E04-CDB9A15D14C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1B6D46E-A90D-48D3-8EC5-F84639F836D5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C7D1BA6-6EE0-4B43-9373-12518A492E3D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1522C063-B0BD-4942-9D89-01D188FD7EC6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529A0F-BC28-4261-AE02-DEC9E73D5AB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2AF4F5B-3455-49E7-8B07-A4774906D34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CCB78AB6-ABE2-4AD7-972C-8AC534BABAAF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0C0C2E3-A7C0-4DD2-98C0-1574D316E7F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F3E6662-6AA8-4FA0-8AED-4CE84CCB15A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72723A5-7C45-4BC7-AE1A-69A2C216CC4D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FACEA0AD-06DF-4A78-A852-9C17031879DF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556FEC17-A018-42B7-AF7C-8E7980046A97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9980C86-3058-4A98-B036-E60A76B58C9C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9450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Awit Sa Kasing-kasing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Paglaun Magapabilin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Balik Tan-aw Sa Nangagi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Pamalandong Sa Kinabuhi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72783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 Sa Kaayo</a:t>
            </a:r>
            <a:b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 Sa Ginoo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Lantaw Ngadto Sa Kaugmaon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Nagapadayon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6190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34747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Lantaw Ngadto Sa Kaugmaon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Nagapadayon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580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Magapadayon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202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24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1006</Words>
  <Application>Microsoft Office PowerPoint</Application>
  <PresentationFormat>Widescreen</PresentationFormat>
  <Paragraphs>95</Paragraphs>
  <Slides>103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PASIUNA</vt:lpstr>
      <vt:lpstr>Daygon Ta Ang Ginoo Uban Sa Mga Bag-ong Awit, Ang Kalipay Ta Isinggit</vt:lpstr>
      <vt:lpstr>Ang Ginoo Ang Labing Hingpit Daygon Ta Ang Ginoo Uban Sa Mga Instrumento</vt:lpstr>
      <vt:lpstr>Ang Kalipay Ta Isangyaw O Bulahang Adlaw</vt:lpstr>
      <vt:lpstr>Tugtuga Na Ang Gitara, Ipalanog Na Ang Trumpeta, Ang Ginoo Sa Gugma, pasalamatan ta</vt:lpstr>
      <vt:lpstr>Tugutuga Na Ang Gitara, Ipalanog Na Ang Trumpeta, Salamat Ginoo Sa Imong Kaayo</vt:lpstr>
      <vt:lpstr>PowerPoint Presentation</vt:lpstr>
      <vt:lpstr>Nagakompisal ako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Kyrie</vt:lpstr>
      <vt:lpstr>Ginoo, Ginoo, Kaloy-i Kami, Kristo, Kristo, Kaloy-i Kami, Ginoo, Ginoo, Kaloy-i Kami,</vt:lpstr>
      <vt:lpstr>Kaming Makasasala Nagalaum Sa Kinabuhing Dayon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Ang Imong Mga Pulong, O Ginoo, Espirito, Ug Kinabuhi</vt:lpstr>
      <vt:lpstr>PowerPoint Presentation</vt:lpstr>
      <vt:lpstr>Pagdayeg</vt:lpstr>
      <vt:lpstr>Alelu Alelu Aleluya Alelu Alelu Aleluya</vt:lpstr>
      <vt:lpstr>Pagdaygon Ang Diyos Alelu-u-u-u-ya</vt:lpstr>
      <vt:lpstr>Alelu Alelu Aleluya Alelu Alelu Aleluya</vt:lpstr>
      <vt:lpstr>Pagdaygon Ang Diyos Alelu-u-u-u-ya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Kalawat</vt:lpstr>
      <vt:lpstr>Santos Nga Ginoo Sa Tanang Panahon Ikaw Ang Among Hari Kagahapon Ug Karun</vt:lpstr>
      <vt:lpstr>Sa Tanan Nga Katuigan pagadaygon ka walay tupong ang pagmahal nga gihatag mo</vt:lpstr>
      <vt:lpstr>Santo Niño, Santo Niño SR. Santo Niño O Daghang Salamat Sa Kaayo Mo Daygon Sa Kanunay Ug</vt:lpstr>
      <vt:lpstr>Simbahon Ka Gayud Santo Niño, Santo Niño Gugma Ko</vt:lpstr>
      <vt:lpstr>Hari Nga Gamhanan, Hari Sa Tanan Hatagan Unta Kamig Luna Diha Sa Dughan Mo</vt:lpstr>
      <vt:lpstr>hari sa kanunay hari nga gamay walay tupong ang pagmahal nga gihatag mo</vt:lpstr>
      <vt:lpstr>Santo Niño, Santo Niño SR. Santo Niño O Daghang Salamat Sa Kaayo Mo Daygon Sa Kanunay Ug</vt:lpstr>
      <vt:lpstr>Simbahon Ka Gayud Sto. Niño, Sto. Niño Gugma Ko</vt:lpstr>
      <vt:lpstr>PowerPoint Presentation</vt:lpstr>
      <vt:lpstr>Halad</vt:lpstr>
      <vt:lpstr>Igsoon ko ipaambit na ang kinabuhi mo,</vt:lpstr>
      <vt:lpstr>ang mga hiyas mo palamboa, gikan sa langit nga mga gasa</vt:lpstr>
      <vt:lpstr>segi na gamita na kining maong gasa kining tanan inuslan lang arun</vt:lpstr>
      <vt:lpstr>mapalambo ang kalibutan higala hinumdumi ang kahitas-an</vt:lpstr>
      <vt:lpstr>mohatag sa nagkugi mosilot sa nagsayang niining maong bahandi.</vt:lpstr>
      <vt:lpstr>Arun,,,, mapalambo ang kalibutan</vt:lpstr>
      <vt:lpstr>PowerPoint Presentation</vt:lpstr>
      <vt:lpstr>Katapusan</vt:lpstr>
      <vt:lpstr>Bag-ong Huni Sa Kinabuhi Bag-ong Huni Bag-ong Mithi</vt:lpstr>
      <vt:lpstr>Bag-ong Awit Sa Kasing-kasing Sa Paglaun Magapabilin</vt:lpstr>
      <vt:lpstr>Balik Tan-aw Sa Nangagi Pamalandong Sa Kinabuhi</vt:lpstr>
      <vt:lpstr>Pasalamat Sa Kaayo Pasalamat Sa Ginoo</vt:lpstr>
      <vt:lpstr>Bag-ong Huni Sa Kinabuhi Bag-ong Huni Bag-ong Mithi</vt:lpstr>
      <vt:lpstr>Lantaw Ngadto Sa Kaugmaon Sa Kadasig Nagapadayon</vt:lpstr>
      <vt:lpstr>Bag-ong Huni Sa Kinabuhi Bag-ong Huni Bag-ong Mithi</vt:lpstr>
      <vt:lpstr>Lantaw Ngadto Sa Kaugmaon Sa Kadasig Nagapadayon</vt:lpstr>
      <vt:lpstr>Sa Kadasig Magapadayon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PASIUNA</dc:title>
  <dc:creator>space coder</dc:creator>
  <cp:lastModifiedBy>Admin</cp:lastModifiedBy>
  <cp:revision>227</cp:revision>
  <dcterms:created xsi:type="dcterms:W3CDTF">2024-07-06T12:27:06Z</dcterms:created>
  <dcterms:modified xsi:type="dcterms:W3CDTF">2025-01-26T02:23:43Z</dcterms:modified>
</cp:coreProperties>
</file>