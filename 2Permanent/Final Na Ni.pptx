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3"/>
  </p:notesMasterIdLst>
  <p:sldIdLst>
    <p:sldId id="41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368" r:id="rId13"/>
    <p:sldId id="271" r:id="rId14"/>
    <p:sldId id="272" r:id="rId15"/>
    <p:sldId id="273" r:id="rId16"/>
    <p:sldId id="274" r:id="rId17"/>
    <p:sldId id="275" r:id="rId18"/>
    <p:sldId id="276" r:id="rId19"/>
    <p:sldId id="693" r:id="rId20"/>
    <p:sldId id="938" r:id="rId21"/>
    <p:sldId id="939" r:id="rId22"/>
    <p:sldId id="940" r:id="rId23"/>
    <p:sldId id="941" r:id="rId24"/>
    <p:sldId id="369" r:id="rId25"/>
    <p:sldId id="322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5" r:id="rId35"/>
    <p:sldId id="296" r:id="rId36"/>
    <p:sldId id="297" r:id="rId37"/>
    <p:sldId id="728" r:id="rId38"/>
    <p:sldId id="729" r:id="rId39"/>
    <p:sldId id="730" r:id="rId40"/>
    <p:sldId id="731" r:id="rId41"/>
    <p:sldId id="732" r:id="rId42"/>
    <p:sldId id="733" r:id="rId43"/>
    <p:sldId id="734" r:id="rId44"/>
    <p:sldId id="735" r:id="rId45"/>
    <p:sldId id="736" r:id="rId46"/>
    <p:sldId id="737" r:id="rId47"/>
    <p:sldId id="370" r:id="rId48"/>
    <p:sldId id="323" r:id="rId49"/>
    <p:sldId id="324" r:id="rId50"/>
    <p:sldId id="371" r:id="rId51"/>
    <p:sldId id="694" r:id="rId52"/>
    <p:sldId id="381" r:id="rId53"/>
    <p:sldId id="382" r:id="rId54"/>
    <p:sldId id="702" r:id="rId55"/>
    <p:sldId id="703" r:id="rId56"/>
    <p:sldId id="372" r:id="rId57"/>
    <p:sldId id="338" r:id="rId58"/>
    <p:sldId id="672" r:id="rId59"/>
    <p:sldId id="310" r:id="rId60"/>
    <p:sldId id="673" r:id="rId61"/>
    <p:sldId id="312" r:id="rId62"/>
    <p:sldId id="674" r:id="rId63"/>
    <p:sldId id="314" r:id="rId64"/>
    <p:sldId id="675" r:id="rId65"/>
    <p:sldId id="316" r:id="rId66"/>
    <p:sldId id="676" r:id="rId67"/>
    <p:sldId id="677" r:id="rId68"/>
    <p:sldId id="678" r:id="rId69"/>
    <p:sldId id="679" r:id="rId70"/>
    <p:sldId id="680" r:id="rId71"/>
    <p:sldId id="681" r:id="rId72"/>
    <p:sldId id="811" r:id="rId73"/>
    <p:sldId id="782" r:id="rId74"/>
    <p:sldId id="783" r:id="rId75"/>
    <p:sldId id="784" r:id="rId76"/>
    <p:sldId id="785" r:id="rId77"/>
    <p:sldId id="786" r:id="rId78"/>
    <p:sldId id="787" r:id="rId79"/>
    <p:sldId id="788" r:id="rId80"/>
    <p:sldId id="386" r:id="rId81"/>
    <p:sldId id="387" r:id="rId82"/>
    <p:sldId id="388" r:id="rId83"/>
    <p:sldId id="373" r:id="rId84"/>
    <p:sldId id="339" r:id="rId85"/>
    <p:sldId id="340" r:id="rId86"/>
    <p:sldId id="707" r:id="rId87"/>
    <p:sldId id="566" r:id="rId88"/>
    <p:sldId id="567" r:id="rId89"/>
    <p:sldId id="708" r:id="rId90"/>
    <p:sldId id="719" r:id="rId91"/>
    <p:sldId id="720" r:id="rId92"/>
    <p:sldId id="341" r:id="rId93"/>
    <p:sldId id="343" r:id="rId94"/>
    <p:sldId id="345" r:id="rId95"/>
    <p:sldId id="346" r:id="rId96"/>
    <p:sldId id="348" r:id="rId97"/>
    <p:sldId id="351" r:id="rId98"/>
    <p:sldId id="350" r:id="rId99"/>
    <p:sldId id="374" r:id="rId100"/>
    <p:sldId id="696" r:id="rId101"/>
    <p:sldId id="354" r:id="rId102"/>
    <p:sldId id="356" r:id="rId103"/>
    <p:sldId id="357" r:id="rId104"/>
    <p:sldId id="942" r:id="rId105"/>
    <p:sldId id="358" r:id="rId106"/>
    <p:sldId id="472" r:id="rId107"/>
    <p:sldId id="475" r:id="rId108"/>
    <p:sldId id="476" r:id="rId109"/>
    <p:sldId id="477" r:id="rId110"/>
    <p:sldId id="478" r:id="rId111"/>
    <p:sldId id="479" r:id="rId112"/>
    <p:sldId id="480" r:id="rId113"/>
    <p:sldId id="481" r:id="rId114"/>
    <p:sldId id="482" r:id="rId115"/>
    <p:sldId id="483" r:id="rId116"/>
    <p:sldId id="484" r:id="rId117"/>
    <p:sldId id="485" r:id="rId118"/>
    <p:sldId id="934" r:id="rId119"/>
    <p:sldId id="721" r:id="rId120"/>
    <p:sldId id="722" r:id="rId121"/>
    <p:sldId id="440" r:id="rId122"/>
    <p:sldId id="695" r:id="rId123"/>
    <p:sldId id="488" r:id="rId124"/>
    <p:sldId id="949" r:id="rId125"/>
    <p:sldId id="489" r:id="rId126"/>
    <p:sldId id="490" r:id="rId127"/>
    <p:sldId id="491" r:id="rId128"/>
    <p:sldId id="723" r:id="rId129"/>
    <p:sldId id="950" r:id="rId130"/>
    <p:sldId id="377" r:id="rId131"/>
    <p:sldId id="698" r:id="rId132"/>
    <p:sldId id="943" r:id="rId133"/>
    <p:sldId id="468" r:id="rId134"/>
    <p:sldId id="944" r:id="rId135"/>
    <p:sldId id="469" r:id="rId136"/>
    <p:sldId id="945" r:id="rId137"/>
    <p:sldId id="470" r:id="rId138"/>
    <p:sldId id="946" r:id="rId139"/>
    <p:sldId id="947" r:id="rId140"/>
    <p:sldId id="948" r:id="rId141"/>
    <p:sldId id="378" r:id="rId1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419" autoAdjust="0"/>
    <p:restoredTop sz="94660"/>
  </p:normalViewPr>
  <p:slideViewPr>
    <p:cSldViewPr snapToGrid="0">
      <p:cViewPr varScale="1">
        <p:scale>
          <a:sx n="41" d="100"/>
          <a:sy n="41" d="100"/>
        </p:scale>
        <p:origin x="78" y="58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5820D5-76F0-4170-964A-F84FEF4B524D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1BE476-709A-4DF5-AD86-25EC44A13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653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f8fd32eb22_1_1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2f8fd32eb22_1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2f8fd32eb22_1_1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g2f8fd32eb22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f8fd32eb22_1_1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g2f8fd32eb22_1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f8fd32eb22_1_1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g2f8fd32eb22_1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f8fd32eb22_1_1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g2f8fd32eb22_1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f8fd32eb22_1_1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g2f8fd32eb22_1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f8fd32eb22_1_1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g2f8fd32eb22_1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f8fd32eb22_1_20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2f8fd32eb22_1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2f8fd32eb22_1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g2f8fd32eb22_1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f8fd32eb22_1_2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g2f8fd32eb22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f8fd32eb22_1_2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g2f8fd32eb22_1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2f8fd32eb22_1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g2f8fd32eb22_1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f8fd32eb22_1_2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g2f8fd32eb22_1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f8fd32eb22_1_2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g2f8fd32eb22_1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f8fd32eb22_1_2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g2f8fd32eb22_1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2f8fd32eb22_1_2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g2f8fd32eb22_1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2f8fd32eb22_1_2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f8fd32eb22_1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f8fd32eb22_1_1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g2f8fd32eb22_1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37236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f8fd32eb22_1_20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2f8fd32eb22_1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629062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2f8fd32eb22_1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g2f8fd32eb22_1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272966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f8fd32eb22_1_2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g2f8fd32eb22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974692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f8fd32eb22_1_2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g2f8fd32eb22_1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736747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2f8fd32eb22_1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g2f8fd32eb22_1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850324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f8fd32eb22_1_2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g2f8fd32eb22_1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17896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f8fd32eb22_1_2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g2f8fd32eb22_1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547950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f8fd32eb22_1_2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g2f8fd32eb22_1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20309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f8fd32eb22_1_28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g2f8fd32eb22_1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2f8fd32eb22_1_2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g2f8fd32eb22_1_2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2f8fd32eb22_1_29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g2f8fd32eb22_1_2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2f8fd32eb22_1_2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g2f8fd32eb22_1_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2f8fd32eb22_1_3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g2f8fd32eb22_1_3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2f8fd32eb22_1_3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g2f8fd32eb22_1_3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2f8fd32eb22_1_3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g2f8fd32eb22_1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f8fd32eb22_1_3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g2f8fd32eb22_1_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2f8fd32eb22_1_3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g2f8fd32eb22_1_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2f8fd32eb22_1_3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g2f8fd32eb22_1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f8fd32eb22_1_3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g2f8fd32eb22_1_3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2f8fd32eb22_1_3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4" name="Google Shape;444;g2f8fd32eb22_1_3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2f8fd32eb22_1_3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g2f8fd32eb22_1_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f8fd32eb22_1_3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g2f8fd32eb22_1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f8fd32eb22_1_3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g2f8fd32eb22_1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555694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791380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060506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569866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569866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990940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429330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471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230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519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1285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016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267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5998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518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31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872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862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93610-4789-4734-896A-9A81A3CF431E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437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3166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PASIUNA</a:t>
            </a:r>
          </a:p>
        </p:txBody>
      </p:sp>
      <p:sp>
        <p:nvSpPr>
          <p:cNvPr id="3" name="Rectangle 2"/>
          <p:cNvSpPr/>
          <p:nvPr/>
        </p:nvSpPr>
        <p:spPr>
          <a:xfrm>
            <a:off x="350520" y="1179337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You Are The Voice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EF4037-A5BB-49B2-85CA-A54A26A7AB09}"/>
              </a:ext>
            </a:extLst>
          </p:cNvPr>
          <p:cNvGrpSpPr/>
          <p:nvPr/>
        </p:nvGrpSpPr>
        <p:grpSpPr>
          <a:xfrm>
            <a:off x="10412435" y="141848"/>
            <a:ext cx="1302434" cy="1486487"/>
            <a:chOff x="10412435" y="141848"/>
            <a:chExt cx="1302434" cy="1486487"/>
          </a:xfrm>
        </p:grpSpPr>
        <p:sp>
          <p:nvSpPr>
            <p:cNvPr id="4" name="Frame 3">
              <a:extLst>
                <a:ext uri="{FF2B5EF4-FFF2-40B4-BE49-F238E27FC236}">
                  <a16:creationId xmlns:a16="http://schemas.microsoft.com/office/drawing/2014/main" id="{DBB65D3F-3578-4F18-A8E1-FDEF8E6E5441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1611C55B-8190-4F2A-8EE7-4CC9435C92D5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3A2E3910-F03E-4E46-BB42-45989EEE532E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A59C604E-503D-4009-B4CC-2CDE00E9E9B2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0EF2EF7D-8D2C-457D-BF66-C9F7A544EC8A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8C82477-770F-42C1-BB10-6C58E775A1A2}"/>
              </a:ext>
            </a:extLst>
          </p:cNvPr>
          <p:cNvGrpSpPr/>
          <p:nvPr/>
        </p:nvGrpSpPr>
        <p:grpSpPr>
          <a:xfrm>
            <a:off x="2829955" y="5737856"/>
            <a:ext cx="6407832" cy="790723"/>
            <a:chOff x="2829955" y="5737856"/>
            <a:chExt cx="6407832" cy="790723"/>
          </a:xfrm>
        </p:grpSpPr>
        <p:sp>
          <p:nvSpPr>
            <p:cNvPr id="10" name="Frame 9">
              <a:extLst>
                <a:ext uri="{FF2B5EF4-FFF2-40B4-BE49-F238E27FC236}">
                  <a16:creationId xmlns:a16="http://schemas.microsoft.com/office/drawing/2014/main" id="{12E2AA2F-CBCF-4E59-B766-C360B0707CBE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EC916B66-F66D-44B1-BF54-4FB634F8A683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A54F3E97-ECE7-46E8-83C3-E77C8D256887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1EAA3756-CD76-46D5-8F6D-894ACA7E8A24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6824FF35-0970-4A21-814F-9978CD1B58B4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AA14F610-81D3-4657-8AA7-7A8F12FAFCF7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3DAEF6A0-9929-4393-92D1-F0913CED59A6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E0A68DA5-6013-4F44-9997-50B7A7A37240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07CB33C-25CC-4680-9E9E-35031700E577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20" name="Frame 19">
              <a:extLst>
                <a:ext uri="{FF2B5EF4-FFF2-40B4-BE49-F238E27FC236}">
                  <a16:creationId xmlns:a16="http://schemas.microsoft.com/office/drawing/2014/main" id="{C2338D19-E05E-42DD-ABCA-BDCC0E2FFA2C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1" name="Frame 20">
              <a:extLst>
                <a:ext uri="{FF2B5EF4-FFF2-40B4-BE49-F238E27FC236}">
                  <a16:creationId xmlns:a16="http://schemas.microsoft.com/office/drawing/2014/main" id="{10ED7F03-21B6-4B7C-BB6A-AC091FBAE12E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Frame 21">
              <a:extLst>
                <a:ext uri="{FF2B5EF4-FFF2-40B4-BE49-F238E27FC236}">
                  <a16:creationId xmlns:a16="http://schemas.microsoft.com/office/drawing/2014/main" id="{C0622665-C831-4101-96C4-A313260A149F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3" name="Frame 22">
              <a:extLst>
                <a:ext uri="{FF2B5EF4-FFF2-40B4-BE49-F238E27FC236}">
                  <a16:creationId xmlns:a16="http://schemas.microsoft.com/office/drawing/2014/main" id="{C027A6B2-5E99-4F34-B9EF-F6C8AA7B7173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4" name="Frame 23">
              <a:extLst>
                <a:ext uri="{FF2B5EF4-FFF2-40B4-BE49-F238E27FC236}">
                  <a16:creationId xmlns:a16="http://schemas.microsoft.com/office/drawing/2014/main" id="{78AE9222-EBA2-4EA5-8F1F-983BF5DAB3AA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8225AB5-BD85-4913-A3CE-A84C5ECC7261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26" name="Frame 25">
              <a:extLst>
                <a:ext uri="{FF2B5EF4-FFF2-40B4-BE49-F238E27FC236}">
                  <a16:creationId xmlns:a16="http://schemas.microsoft.com/office/drawing/2014/main" id="{0A8A0F19-DF27-492C-B292-C1107765E8A4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7" name="Frame 26">
              <a:extLst>
                <a:ext uri="{FF2B5EF4-FFF2-40B4-BE49-F238E27FC236}">
                  <a16:creationId xmlns:a16="http://schemas.microsoft.com/office/drawing/2014/main" id="{D35C5EF4-19DA-4CBE-92AF-A7AC53065987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8" name="Frame 27">
              <a:extLst>
                <a:ext uri="{FF2B5EF4-FFF2-40B4-BE49-F238E27FC236}">
                  <a16:creationId xmlns:a16="http://schemas.microsoft.com/office/drawing/2014/main" id="{D7C958AC-08BD-413C-9FCC-FE90374D701B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9" name="Frame 28">
              <a:extLst>
                <a:ext uri="{FF2B5EF4-FFF2-40B4-BE49-F238E27FC236}">
                  <a16:creationId xmlns:a16="http://schemas.microsoft.com/office/drawing/2014/main" id="{D715B059-D471-4862-8D8C-7D3FE1DA9C84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0" name="Frame 29">
              <a:extLst>
                <a:ext uri="{FF2B5EF4-FFF2-40B4-BE49-F238E27FC236}">
                  <a16:creationId xmlns:a16="http://schemas.microsoft.com/office/drawing/2014/main" id="{F33C5261-E253-4567-8061-9AA29FEC59AA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1" name="Frame 30">
              <a:extLst>
                <a:ext uri="{FF2B5EF4-FFF2-40B4-BE49-F238E27FC236}">
                  <a16:creationId xmlns:a16="http://schemas.microsoft.com/office/drawing/2014/main" id="{FCCAE35C-6DED-4A20-97D7-355D674E7F06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Frame 31">
              <a:extLst>
                <a:ext uri="{FF2B5EF4-FFF2-40B4-BE49-F238E27FC236}">
                  <a16:creationId xmlns:a16="http://schemas.microsoft.com/office/drawing/2014/main" id="{7530BA3B-7C6E-4F32-8040-5FA36F42B330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3" name="Frame 32">
              <a:extLst>
                <a:ext uri="{FF2B5EF4-FFF2-40B4-BE49-F238E27FC236}">
                  <a16:creationId xmlns:a16="http://schemas.microsoft.com/office/drawing/2014/main" id="{39EA4A20-453A-4D0F-B08C-BA02A1826CB8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14324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t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 are the voice of the living god, calling us now to live in your love,</a:t>
            </a:r>
          </a:p>
        </p:txBody>
      </p:sp>
    </p:spTree>
    <p:extLst>
      <p:ext uri="{BB962C8B-B14F-4D97-AF65-F5344CB8AC3E}">
        <p14:creationId xmlns:p14="http://schemas.microsoft.com/office/powerpoint/2010/main" val="40948115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t">
            <a:normAutofit fontScale="90000"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be children of god once again, Praise for the light that shines through the night,</a:t>
            </a:r>
          </a:p>
        </p:txBody>
      </p:sp>
    </p:spTree>
    <p:extLst>
      <p:ext uri="{BB962C8B-B14F-4D97-AF65-F5344CB8AC3E}">
        <p14:creationId xmlns:p14="http://schemas.microsoft.com/office/powerpoint/2010/main" val="145528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28134" y="142874"/>
            <a:ext cx="11858625" cy="6557963"/>
          </a:xfrm>
        </p:spPr>
        <p:txBody>
          <a:bodyPr anchor="t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darknes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light, from death to new life, and praise to the morning that brings forth the sun,</a:t>
            </a:r>
          </a:p>
        </p:txBody>
      </p:sp>
    </p:spTree>
    <p:extLst>
      <p:ext uri="{BB962C8B-B14F-4D97-AF65-F5344CB8AC3E}">
        <p14:creationId xmlns:p14="http://schemas.microsoft.com/office/powerpoint/2010/main" val="2007073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open our eyes to the lord!</a:t>
            </a:r>
          </a:p>
        </p:txBody>
      </p:sp>
    </p:spTree>
    <p:extLst>
      <p:ext uri="{BB962C8B-B14F-4D97-AF65-F5344CB8AC3E}">
        <p14:creationId xmlns:p14="http://schemas.microsoft.com/office/powerpoint/2010/main" val="3790331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t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 are the voice of the living god, calling us now to live in your love,</a:t>
            </a:r>
          </a:p>
        </p:txBody>
      </p:sp>
    </p:spTree>
    <p:extLst>
      <p:ext uri="{BB962C8B-B14F-4D97-AF65-F5344CB8AC3E}">
        <p14:creationId xmlns:p14="http://schemas.microsoft.com/office/powerpoint/2010/main" val="2994520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t">
            <a:normAutofit fontScale="90000"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be children of god once again, Praise for the light that shines through the night,</a:t>
            </a:r>
          </a:p>
        </p:txBody>
      </p:sp>
    </p:spTree>
    <p:extLst>
      <p:ext uri="{BB962C8B-B14F-4D97-AF65-F5344CB8AC3E}">
        <p14:creationId xmlns:p14="http://schemas.microsoft.com/office/powerpoint/2010/main" val="2873787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28134" y="142874"/>
            <a:ext cx="11858625" cy="6557963"/>
          </a:xfrm>
        </p:spPr>
        <p:txBody>
          <a:bodyPr anchor="t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darknes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light, from death to new life, and praise to the morning that brings forth the sun,</a:t>
            </a:r>
          </a:p>
        </p:txBody>
      </p:sp>
    </p:spTree>
    <p:extLst>
      <p:ext uri="{BB962C8B-B14F-4D97-AF65-F5344CB8AC3E}">
        <p14:creationId xmlns:p14="http://schemas.microsoft.com/office/powerpoint/2010/main" val="3393338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open our eyes to the lord!</a:t>
            </a:r>
          </a:p>
        </p:txBody>
      </p:sp>
    </p:spTree>
    <p:extLst>
      <p:ext uri="{BB962C8B-B14F-4D97-AF65-F5344CB8AC3E}">
        <p14:creationId xmlns:p14="http://schemas.microsoft.com/office/powerpoint/2010/main" val="399504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open our eyes to the lord!</a:t>
            </a:r>
          </a:p>
        </p:txBody>
      </p:sp>
    </p:spTree>
    <p:extLst>
      <p:ext uri="{BB962C8B-B14F-4D97-AF65-F5344CB8AC3E}">
        <p14:creationId xmlns:p14="http://schemas.microsoft.com/office/powerpoint/2010/main" val="6601232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6828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40"/>
          <p:cNvSpPr txBox="1"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Nagakompisal Ako Sa Dios Nga Makagagahom Sa Tanan, 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1"/>
          <p:cNvSpPr txBox="1"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Kani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ny</a:t>
            </a: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 Mga Igsoon Kay Nakalapas Ako Ug Dako Uyamot Sa Hunahuna,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2"/>
          <p:cNvSpPr txBox="1"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Pulong Ug Sa Buhat, Ug Sa Wala Pagbuhat Sa Angayang Buhaton.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3"/>
          <p:cNvSpPr txBox="1"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6800"/>
            </a:pPr>
            <a:r>
              <a:rPr lang="en" sz="9066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Kay Akong Sala, </a:t>
            </a:r>
            <a:r>
              <a:rPr lang="en-US" sz="9066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Akong</a:t>
            </a:r>
            <a:r>
              <a:rPr lang="en-US" sz="9066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Sala,</a:t>
            </a:r>
            <a:r>
              <a:rPr lang="en" sz="9066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Akong Dakong Sala. Busa Nangamuyo Ako Kang Santa Maria, Kanunayng Birhen, </a:t>
            </a:r>
            <a:endParaRPr sz="9066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44"/>
          <p:cNvSpPr txBox="1">
            <a:spLocks noGrp="1"/>
          </p:cNvSpPr>
          <p:nvPr>
            <p:ph type="title"/>
          </p:nvPr>
        </p:nvSpPr>
        <p:spPr>
          <a:xfrm>
            <a:off x="126682" y="137073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Tanang Mga Anghel Ug Mga Santos, Ug Kaninyo Mga Igsoon, 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5"/>
          <p:cNvSpPr txBox="1">
            <a:spLocks noGrp="1"/>
          </p:cNvSpPr>
          <p:nvPr>
            <p:ph type="title"/>
          </p:nvPr>
        </p:nvSpPr>
        <p:spPr>
          <a:xfrm>
            <a:off x="172402" y="121833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Aron Inyo Akong I-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</a:t>
            </a: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mpo Sa Ginoo Nga Atong Dios.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Kyrie</a:t>
            </a:r>
          </a:p>
        </p:txBody>
      </p:sp>
      <p:sp>
        <p:nvSpPr>
          <p:cNvPr id="3" name="Rectangle 2"/>
          <p:cNvSpPr/>
          <p:nvPr/>
        </p:nvSpPr>
        <p:spPr>
          <a:xfrm>
            <a:off x="350520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Isugid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a typeface="Calibri"/>
              <a:cs typeface="Calibri"/>
              <a:sym typeface="Calibri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554494D-58FB-413B-A040-32181A1F0393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4AF0534E-EC37-4928-9655-C1180348FB24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27A770EC-384A-442D-9815-0A40EBC93896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78A52422-DFE4-49CF-86D5-1DBDFBD5310F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90BD7ECE-5567-4273-804F-A4F3C7C8CF26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55C0A7E2-7457-4B5C-8075-7FDA66202962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02DD3D3-0F41-4FE7-8847-974A274E9E2F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3C6EF77F-430D-4B53-9FEC-457F91F4ECC3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6D0CBCFF-D777-4BF4-836C-C618C050C846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36CA4ADE-200D-45B2-9354-0CCAE0FB4E7A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D361925E-76CE-4C70-815C-0F8438958269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8B79D3F3-EA33-4B2D-A7D3-D13CE8C5D19F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0E45E2BF-40F3-4158-A724-621668A09E16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3F161F0C-78C8-4D91-8A1E-BE2B6B47E103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9EA64091-FFB5-4E84-A362-73E18CE9556E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78940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3AD727-B4A2-CE7B-98E5-EF1985C6B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noFill/>
        </p:spPr>
        <p:txBody>
          <a:bodyPr>
            <a:normAutofit/>
          </a:bodyPr>
          <a:lstStyle/>
          <a:p>
            <a:pPr algn="ctr"/>
            <a: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Isugid ko ang akong kasal-anan</a:t>
            </a:r>
            <a:b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 walay paglimod, isugilon ko</a:t>
            </a:r>
            <a:endParaRPr lang="en-ID" sz="7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913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3AD727-B4A2-CE7B-98E5-EF1985C6B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noFill/>
        </p:spPr>
        <p:txBody>
          <a:bodyPr>
            <a:normAutofit/>
          </a:bodyPr>
          <a:lstStyle/>
          <a:p>
            <a:pPr algn="ctr"/>
            <a: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Sayod ka man nga kining a-la-ot misalig la---mang</a:t>
            </a:r>
            <a:b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 kaayo, kaayo mo</a:t>
            </a:r>
            <a:endParaRPr lang="en-ID" sz="7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19685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3AD727-B4A2-CE7B-98E5-EF1985C6B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noFill/>
        </p:spPr>
        <p:txBody>
          <a:bodyPr>
            <a:noAutofit/>
          </a:bodyPr>
          <a:lstStyle/>
          <a:p>
            <a:pPr algn="ctr"/>
            <a:r>
              <a:rPr lang="nn-NO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Kaloy-on mo na, O Ginoo wagtanga</a:t>
            </a:r>
            <a:br>
              <a:rPr lang="nn-NO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n-NO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Ang akong kasal-anan ug ang kaluwasan</a:t>
            </a:r>
            <a:endParaRPr lang="en-ID" sz="6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14511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3AD727-B4A2-CE7B-98E5-EF1985C6B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noFill/>
        </p:spPr>
        <p:txBody>
          <a:bodyPr>
            <a:normAutofit/>
          </a:bodyPr>
          <a:lstStyle/>
          <a:p>
            <a:pPr algn="ctr"/>
            <a:r>
              <a:rPr lang="nn-NO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Nga akong gipa-a-bot ipakanaug -  mo</a:t>
            </a:r>
            <a:endParaRPr lang="en-ID" sz="8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1600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68954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2177177"/>
            <a:ext cx="7940039" cy="2532820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1.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Awit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himaya</a:t>
            </a:r>
            <a:endParaRPr lang="en-US" sz="7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54930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6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Kadait Sa Iyang Mga Tawo Dinhi Sa Yuta Ginoong Dios, Langitnong Hari,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000"/>
            </a:pPr>
            <a:r>
              <a:rPr lang="en" sz="9333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Dios Amahan Makagagahum Sa Tanan, Nagasimba Kami Kanimo, Nagapasalamat Kami Kanimo</a:t>
            </a:r>
            <a:endParaRPr sz="9333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8"/>
          <p:cNvSpPr txBox="1">
            <a:spLocks noGrp="1"/>
          </p:cNvSpPr>
          <p:nvPr>
            <p:ph type="title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Nagadayeg Kami Kanimo Tungod Sa Imong Himaya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9"/>
          <p:cNvSpPr txBox="1">
            <a:spLocks noGrp="1"/>
          </p:cNvSpPr>
          <p:nvPr>
            <p:ph type="title"/>
          </p:nvPr>
        </p:nvSpPr>
        <p:spPr>
          <a:xfrm>
            <a:off x="198120" y="137162"/>
            <a:ext cx="11734800" cy="650747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 Sa Dios Didto Sa La-a-ngit, Ginoong Jesu-kristo, Bugtong Anak Sa Amahan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60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Ginoong Dios, Kordero Sa Dios, Ikaw Nagawagtang Sa Sala Sa Kalibutan, Kaloy-i Kami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 Nagalingkod Sa Tuo Sa Amahan, Dawata Ang Among Pangamuyo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62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 Sa Dios Didto Sa La-a-ngit, Kay Ikaw Lamang Ang Santos, Ikaw Lamang Ang Ginoo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6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081163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 Lamang Ang Labing Halangdon, O Jesu-kristo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64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Uban Sa Espiritu Santo, Diha Sa Himaya Sa Dios Nga Amahan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65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8300"/>
            </a:pPr>
            <a:r>
              <a:rPr lang="en" sz="11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A-men, A--men</a:t>
            </a:r>
            <a:endParaRPr sz="11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66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 Sa Dios Didto Sa La-a-ngit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2177177"/>
            <a:ext cx="7940039" cy="2532820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2.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Awit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himaya</a:t>
            </a:r>
            <a:endParaRPr lang="en-US" sz="7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34098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6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Kadait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Iyang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Mga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Tawo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Dinhi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Yuta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Dios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Langitnong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Hari</a:t>
            </a:r>
          </a:p>
        </p:txBody>
      </p:sp>
    </p:spTree>
    <p:extLst>
      <p:ext uri="{BB962C8B-B14F-4D97-AF65-F5344CB8AC3E}">
        <p14:creationId xmlns:p14="http://schemas.microsoft.com/office/powerpoint/2010/main" val="28135904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000"/>
            </a:pP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Dios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Amahan</a:t>
            </a: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Makagagahum</a:t>
            </a: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Tanan</a:t>
            </a:r>
            <a:b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Nagasimba</a:t>
            </a: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Kami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Kanimo</a:t>
            </a:r>
            <a:b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Nagapasalamat</a:t>
            </a: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Ka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Kanimo</a:t>
            </a:r>
            <a:endParaRPr lang="en-US" sz="9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926933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8"/>
          <p:cNvSpPr txBox="1">
            <a:spLocks noGrp="1"/>
          </p:cNvSpPr>
          <p:nvPr>
            <p:ph type="title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Nagadayeg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Kami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Kanimo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Tungod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Imong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Jesu-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kristo</a:t>
            </a:r>
            <a:endParaRPr lang="en-US"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13111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9"/>
          <p:cNvSpPr txBox="1">
            <a:spLocks noGrp="1"/>
          </p:cNvSpPr>
          <p:nvPr>
            <p:ph type="title"/>
          </p:nvPr>
        </p:nvSpPr>
        <p:spPr>
          <a:xfrm>
            <a:off x="198120" y="137162"/>
            <a:ext cx="11734800" cy="650747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Bugtong Anak Sa Amahan</a:t>
            </a:r>
            <a:b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Ginoong Dios</a:t>
            </a:r>
            <a:b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Kordero Sa Dios</a:t>
            </a:r>
          </a:p>
        </p:txBody>
      </p:sp>
    </p:spTree>
    <p:extLst>
      <p:ext uri="{BB962C8B-B14F-4D97-AF65-F5344CB8AC3E}">
        <p14:creationId xmlns:p14="http://schemas.microsoft.com/office/powerpoint/2010/main" val="42001496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60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Nagawagtang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Sala 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Kalibutan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Kaloy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 Kami</a:t>
            </a:r>
          </a:p>
        </p:txBody>
      </p:sp>
    </p:spTree>
    <p:extLst>
      <p:ext uri="{BB962C8B-B14F-4D97-AF65-F5344CB8AC3E}">
        <p14:creationId xmlns:p14="http://schemas.microsoft.com/office/powerpoint/2010/main" val="945025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Nagalingkod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Tuo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Amahan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Dawata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Among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Pangamuyo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950480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62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Kay </a:t>
            </a: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Lamang</a:t>
            </a: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Santos</a:t>
            </a:r>
            <a:b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Lamang</a:t>
            </a: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</a:t>
            </a: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</a:t>
            </a:r>
            <a:endParaRPr lang="en-US" sz="12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788234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6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081163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Lamang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Labing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Halangdon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Hesu-kristo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Uban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Ispiritu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Santo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Diha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177809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64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Dios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nga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Amahan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AAAAAmen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….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966210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25204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3944" y="2104606"/>
            <a:ext cx="6828692" cy="2532820"/>
          </a:xfrm>
        </p:spPr>
        <p:txBody>
          <a:bodyPr>
            <a:normAutofit/>
          </a:bodyPr>
          <a:lstStyle/>
          <a:p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Salmo </a:t>
            </a:r>
            <a:r>
              <a:rPr lang="en-US" sz="7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tubag</a:t>
            </a:r>
            <a:endParaRPr lang="en-US" sz="7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66507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D06F519-77CA-FBB9-5627-320119070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498"/>
            <a:ext cx="12192000" cy="6858000"/>
          </a:xfrm>
        </p:spPr>
        <p:txBody>
          <a:bodyPr>
            <a:noAutofit/>
          </a:bodyPr>
          <a:lstStyle/>
          <a:p>
            <a:pPr algn="ctr"/>
            <a:r>
              <a:rPr lang="en-ID" sz="87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Empty</a:t>
            </a:r>
          </a:p>
        </p:txBody>
      </p:sp>
    </p:spTree>
    <p:extLst>
      <p:ext uri="{BB962C8B-B14F-4D97-AF65-F5344CB8AC3E}">
        <p14:creationId xmlns:p14="http://schemas.microsoft.com/office/powerpoint/2010/main" val="15550004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03214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 err="1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Pagdayeg</a:t>
            </a:r>
            <a:endParaRPr lang="en-US" sz="4800" b="1" dirty="0">
              <a:ln/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50520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ID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Alelu</a:t>
            </a:r>
            <a:r>
              <a:rPr lang="en-ID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</a:t>
            </a:r>
            <a:r>
              <a:rPr lang="en-ID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Alelu</a:t>
            </a:r>
            <a:r>
              <a:rPr lang="en-ID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</a:t>
            </a:r>
            <a:r>
              <a:rPr lang="en-ID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Aleluya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a typeface="Calibri"/>
              <a:cs typeface="Calibri"/>
              <a:sym typeface="Calibri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FB7233F-AB02-44B3-80AA-8767BF9D04C6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E0CC2E06-90E4-4A86-A468-04BE07918869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F1933B36-6918-486D-881D-9E4D10B7536F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2D04AAD5-7253-4A02-A1A1-C05AB62A0A0E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9EEA0EB3-B7AA-469F-A534-F8183BC29EE6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F51C04CF-5DB7-40F0-9E6C-8079B203FD13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F565C23-3393-40FF-9F13-FB69C0700E28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53559C3C-01C3-4F66-8618-4A8CD7296D56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9581DB76-2052-4975-A38B-7E1CE06128DE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84FEC59C-0576-44BD-862F-BD7D99C26147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C37688A3-C05F-4D13-81CF-6785CD4ADE21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A80DB6AA-551B-480C-83E5-EEE053D59172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23F82BE6-E13F-4028-B94B-410F9B9BCFF6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C667796B-A983-4B96-AE0A-ACA1CB8E16C4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2341C0A0-1B81-4E08-9358-49E495A00459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12846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Aleluya</a:t>
            </a:r>
            <a:b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Aleluya</a:t>
            </a:r>
            <a:endParaRPr lang="en-ID" sz="115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227404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Pagdaygon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Ang 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diyos</a:t>
            </a:r>
            <a:b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-u-u-u-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endParaRPr lang="en-ID" sz="13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5751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Aleluya</a:t>
            </a:r>
            <a:b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Aleluya</a:t>
            </a:r>
            <a:endParaRPr lang="en-ID" sz="115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097025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Pagdaygon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Ang 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diyos</a:t>
            </a:r>
            <a:b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-u-u-u-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endParaRPr lang="en-ID" sz="13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14196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82803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3542" y="2336834"/>
            <a:ext cx="7847093" cy="2532820"/>
          </a:xfrm>
        </p:spPr>
        <p:txBody>
          <a:bodyPr>
            <a:normAutofit/>
          </a:bodyPr>
          <a:lstStyle/>
          <a:p>
            <a:r>
              <a:rPr lang="en-US" sz="7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Profession of faith</a:t>
            </a:r>
          </a:p>
        </p:txBody>
      </p:sp>
    </p:spTree>
    <p:extLst>
      <p:ext uri="{BB962C8B-B14F-4D97-AF65-F5344CB8AC3E}">
        <p14:creationId xmlns:p14="http://schemas.microsoft.com/office/powerpoint/2010/main" val="90638257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78"/>
          <p:cNvSpPr txBox="1">
            <a:spLocks noGrp="1"/>
          </p:cNvSpPr>
          <p:nvPr>
            <p:ph type="subTitle" idx="1"/>
          </p:nvPr>
        </p:nvSpPr>
        <p:spPr>
          <a:xfrm>
            <a:off x="96982" y="138545"/>
            <a:ext cx="11984183" cy="65947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800"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Nagatoo Kami Sa Usa Ka Dios, Ang Amahan, Ang Makagagahum Sa Ta- Nan, Magbubuhat Sa Langit Ug Sa Yuta,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79"/>
          <p:cNvSpPr txBox="1">
            <a:spLocks noGrp="1"/>
          </p:cNvSpPr>
          <p:nvPr>
            <p:ph type="subTitle" idx="1"/>
          </p:nvPr>
        </p:nvSpPr>
        <p:spPr>
          <a:xfrm>
            <a:off x="96982" y="138545"/>
            <a:ext cx="11984183" cy="65947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700"/>
            </a:pPr>
            <a:r>
              <a:rPr lang="en" sz="8933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Sa Tanang Mga Makita Ug Di Makita. Nagatoo Kami Sa Usa Ka Ginoo, Si Jesucristo, Ang Bugtong Anak Sa Dios, </a:t>
            </a:r>
            <a:endParaRPr sz="8933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80"/>
          <p:cNvSpPr txBox="1">
            <a:spLocks noGrp="1"/>
          </p:cNvSpPr>
          <p:nvPr>
            <p:ph type="subTitle" idx="1"/>
          </p:nvPr>
        </p:nvSpPr>
        <p:spPr>
          <a:xfrm>
            <a:off x="96982" y="138545"/>
            <a:ext cx="11984183" cy="65947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800"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Gianak Sa Amahan Sa Wala Pay Katuigan, Dios Gikan Sa Dios, Kahayag Gikan Sa Kaha- Yag,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81"/>
          <p:cNvSpPr txBox="1">
            <a:spLocks noGrp="1"/>
          </p:cNvSpPr>
          <p:nvPr>
            <p:ph type="body" idx="1"/>
          </p:nvPr>
        </p:nvSpPr>
        <p:spPr>
          <a:xfrm>
            <a:off x="152400" y="166257"/>
            <a:ext cx="11887201" cy="65254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Matuod Nga Dios Gikan Sa Dios Nga Matuod, Gianak Dili Binuhat, Usag Kinaiya Sa Amahan.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82"/>
          <p:cNvSpPr txBox="1">
            <a:spLocks noGrp="1"/>
          </p:cNvSpPr>
          <p:nvPr>
            <p:ph type="body" idx="1"/>
          </p:nvPr>
        </p:nvSpPr>
        <p:spPr>
          <a:xfrm>
            <a:off x="152400" y="166257"/>
            <a:ext cx="11887201" cy="65254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Pinaagi Kaniya Nangahimo Ang Ta- Nan. Tungod Kanatong Mga Tawo Ug Alang Sa Atong Kaluwasan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83"/>
          <p:cNvSpPr txBox="1">
            <a:spLocks noGrp="1"/>
          </p:cNvSpPr>
          <p:nvPr>
            <p:ph type="subTitle" idx="1"/>
          </p:nvPr>
        </p:nvSpPr>
        <p:spPr>
          <a:xfrm>
            <a:off x="0" y="1"/>
            <a:ext cx="12192000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600"/>
            </a:pPr>
            <a:r>
              <a:rPr lang="en" sz="88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Mi- Kanaug Siya Gikan Sa Langit Sa Lalang Sa Espiritu Santo Nahimo Siya Nga May Lawas Gikan Ni Maria Nga U- Lay</a:t>
            </a:r>
            <a:endParaRPr sz="88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84"/>
          <p:cNvSpPr txBox="1">
            <a:spLocks noGrp="1"/>
          </p:cNvSpPr>
          <p:nvPr>
            <p:ph type="subTitle" idx="1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600"/>
            </a:pPr>
            <a:r>
              <a:rPr lang="en" sz="8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Nahimong Tawo. Tungod Kanato Gilansang Siya Sa Krus Sa Sugo Ni Poncio Pilato Nag-antus Siya, Namatay Ug Gilu- Bong.</a:t>
            </a:r>
            <a:endParaRPr sz="8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85"/>
          <p:cNvSpPr txBox="1">
            <a:spLocks noGrp="1"/>
          </p:cNvSpPr>
          <p:nvPr>
            <p:ph type="body" idx="1"/>
          </p:nvPr>
        </p:nvSpPr>
        <p:spPr>
          <a:xfrm>
            <a:off x="0" y="1"/>
            <a:ext cx="12192000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Misaka Siya Sa Langit Ug Nagalingkod Sa Too Sa Amahan. Mobalik Siya Nga Mahimayaon A- Ron Paghukom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86"/>
          <p:cNvSpPr txBox="1">
            <a:spLocks noGrp="1"/>
          </p:cNvSpPr>
          <p:nvPr>
            <p:ph type="body" idx="1"/>
          </p:nvPr>
        </p:nvSpPr>
        <p:spPr>
          <a:xfrm>
            <a:off x="139931" y="123305"/>
            <a:ext cx="11928764" cy="662247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Mga Buhi Ug Sa Mga Minatay, Ug Ang Iyang Ging- Harian Walay Katapusan. Nagatoo Kami Sa Espiritu Santo,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87"/>
          <p:cNvSpPr txBox="1">
            <a:spLocks noGrp="1"/>
          </p:cNvSpPr>
          <p:nvPr>
            <p:ph type="body" idx="1"/>
          </p:nvPr>
        </p:nvSpPr>
        <p:spPr>
          <a:xfrm>
            <a:off x="0" y="1"/>
            <a:ext cx="12192000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Ang Ginoo Ug Maghahatag Sa Kinabuhi. Na- Gagikan Siya Sa Amahan Ug Sa A- Nak.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88"/>
          <p:cNvSpPr txBox="1">
            <a:spLocks noGrp="1"/>
          </p:cNvSpPr>
          <p:nvPr>
            <p:ph type="body" idx="1"/>
          </p:nvPr>
        </p:nvSpPr>
        <p:spPr>
          <a:xfrm>
            <a:off x="138546" y="181496"/>
            <a:ext cx="11914911" cy="65254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Dungan Sa Amahan Ug Sa A- Nak Gisimba Siya Ug Gihimaya, Ug Misulti Pinaagi Sa Mga Propeta.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89"/>
          <p:cNvSpPr txBox="1">
            <a:spLocks noGrp="1"/>
          </p:cNvSpPr>
          <p:nvPr>
            <p:ph type="body" idx="1"/>
          </p:nvPr>
        </p:nvSpPr>
        <p:spPr>
          <a:xfrm>
            <a:off x="108066" y="181496"/>
            <a:ext cx="11914911" cy="65254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Nagatoo Kami Sa Usa, Santos, Ka- Toliko Ug Apostoliko Nga Simba- Han. Nagaila Kami Sa Usa Kabun- Yag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90"/>
          <p:cNvSpPr txBox="1">
            <a:spLocks noGrp="1"/>
          </p:cNvSpPr>
          <p:nvPr>
            <p:ph type="body" idx="1"/>
          </p:nvPr>
        </p:nvSpPr>
        <p:spPr>
          <a:xfrm>
            <a:off x="91441" y="122042"/>
            <a:ext cx="11970327" cy="662247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Alang Sa Kapasayloan Sa Mga Sala. Nagapaabot Kami Sa Pagka- Banhaw Sa Mga Minatay,.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91"/>
          <p:cNvSpPr txBox="1">
            <a:spLocks noGrp="1"/>
          </p:cNvSpPr>
          <p:nvPr>
            <p:ph type="body" idx="1"/>
          </p:nvPr>
        </p:nvSpPr>
        <p:spPr>
          <a:xfrm>
            <a:off x="91441" y="122042"/>
            <a:ext cx="11970327" cy="662247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Sa Ki- Nabuhi Sa Umaabot Nga Kalibutan. Amen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91"/>
          <p:cNvSpPr txBox="1">
            <a:spLocks noGrp="1"/>
          </p:cNvSpPr>
          <p:nvPr>
            <p:ph type="body" idx="1"/>
          </p:nvPr>
        </p:nvSpPr>
        <p:spPr>
          <a:xfrm>
            <a:off x="91441" y="122042"/>
            <a:ext cx="11970327" cy="662247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endParaRPr sz="9066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736542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Mituo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Dios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Amahan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Makagagahum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Magbubuhat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langit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ug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yuta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938119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Mituo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Hesukristo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lyang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bugtong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anak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atong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405373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Autofit/>
          </a:bodyPr>
          <a:lstStyle/>
          <a:p>
            <a:pPr algn="ctr"/>
            <a:r>
              <a:rPr lang="sv-SE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Gipanamkon Siya Sa Lalang Sa Espiritu Santo Ug Natawo Ni Maria Nga Ulay.</a:t>
            </a:r>
            <a:endParaRPr lang="en-US" sz="1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64567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Autofit/>
          </a:bodyPr>
          <a:lstStyle/>
          <a:p>
            <a:pPr algn="ctr"/>
            <a:r>
              <a:rPr lang="sv-SE" sz="10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Nag-antus Siya Sa Sugo Ni Poncio Pilato, Gilansang Sa Krus, Namatay Ug Gilubong.</a:t>
            </a:r>
            <a:endParaRPr lang="en-US" sz="10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04673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Miadto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Siya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Nangamatay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Ikatulo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Nga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Adlaw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Nabanhaw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Siya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6273972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Misaka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Siya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Langit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Ug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Nagalingkod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Tuo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Dios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Amahan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Makagagahum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39065911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Mobalik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Siya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Aron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Paghukom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Buhi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Ug Sa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Minatay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696408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fi-FI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Nagatoo Kami Sa Espiritu Santo, Sa Santos Ug Katoliko Nga Simbahan,</a:t>
            </a:r>
            <a:endParaRPr lang="en-US" sz="1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970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sv-SE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Panag-ambit Sa Mga Santos, Sa Pagpasaylo Sa Mga Sala,</a:t>
            </a:r>
            <a:endParaRPr lang="en-US" sz="1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379177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sv-SE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Pagkabanhaw Sa Lawas Ug Sa Kinabuhing Walay Katapusan. Amen.</a:t>
            </a:r>
            <a:endParaRPr lang="en-US" sz="1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86838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50067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086" y="2104605"/>
            <a:ext cx="9254978" cy="2532820"/>
          </a:xfrm>
        </p:spPr>
        <p:txBody>
          <a:bodyPr>
            <a:normAutofit/>
          </a:bodyPr>
          <a:lstStyle/>
          <a:p>
            <a:r>
              <a:rPr lang="en-US" sz="7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Tubag</a:t>
            </a:r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pangamuyo</a:t>
            </a:r>
            <a:endParaRPr lang="en-US" sz="7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19948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A2AB8-5695-4B79-8CBD-87247F8972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286" y="279717"/>
            <a:ext cx="11466285" cy="6328228"/>
          </a:xfrm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ID" sz="13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Empty</a:t>
            </a:r>
          </a:p>
        </p:txBody>
      </p:sp>
    </p:spTree>
    <p:extLst>
      <p:ext uri="{BB962C8B-B14F-4D97-AF65-F5344CB8AC3E}">
        <p14:creationId xmlns:p14="http://schemas.microsoft.com/office/powerpoint/2010/main" val="7792070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94"/>
          <p:cNvSpPr txBox="1">
            <a:spLocks noGrp="1"/>
          </p:cNvSpPr>
          <p:nvPr>
            <p:ph type="body" idx="1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endParaRPr lang="fi-FI"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685663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94"/>
          <p:cNvSpPr txBox="1">
            <a:spLocks noGrp="1"/>
          </p:cNvSpPr>
          <p:nvPr>
            <p:ph type="body" idx="1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r>
              <a:rPr lang="fi-FI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 Santos Sacramento, Hesus Diha Sa Altar, Dayegon Saulogon, Ikaw Higugmaon</a:t>
            </a:r>
          </a:p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r>
              <a:rPr lang="fi-FI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 Higugmaon</a:t>
            </a:r>
          </a:p>
        </p:txBody>
      </p:sp>
    </p:spTree>
    <p:extLst>
      <p:ext uri="{BB962C8B-B14F-4D97-AF65-F5344CB8AC3E}">
        <p14:creationId xmlns:p14="http://schemas.microsoft.com/office/powerpoint/2010/main" val="394485095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315874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94"/>
          <p:cNvSpPr txBox="1">
            <a:spLocks noGrp="1"/>
          </p:cNvSpPr>
          <p:nvPr>
            <p:ph type="body" idx="1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r>
              <a:rPr lang="fi-FI" sz="11733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 </a:t>
            </a:r>
            <a:r>
              <a:rPr lang="fi-FI" sz="11733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Pagdayeg </a:t>
            </a:r>
            <a:r>
              <a:rPr lang="fi-FI" sz="11733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Kanimo O Diyos</a:t>
            </a:r>
          </a:p>
        </p:txBody>
      </p:sp>
    </p:spTree>
    <p:extLst>
      <p:ext uri="{BB962C8B-B14F-4D97-AF65-F5344CB8AC3E}">
        <p14:creationId xmlns:p14="http://schemas.microsoft.com/office/powerpoint/2010/main" val="347471795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94"/>
          <p:cNvSpPr txBox="1">
            <a:spLocks noGrp="1"/>
          </p:cNvSpPr>
          <p:nvPr>
            <p:ph type="body" idx="1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endParaRPr lang="fi-FI" sz="11733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259304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864659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F321FFC-621E-4A15-BFF0-56DE765C74E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Amahan Namo, Nga Ana-a Sa Mga Langit Pagdaygon Ang Imong Ngalan,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12232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5C7A885-E910-4672-AFE6-E60C7271FF1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n-NO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Umabot Kanamo Ang Imong Gingharian </a:t>
            </a:r>
            <a:r>
              <a:rPr lang="sv-SE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Matuman Ang Imong Pagbuot,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572612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87269FA-DBD8-444A-975B-0C91E8149BB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Dinhi Sa Yuta,</a:t>
            </a:r>
            <a:br>
              <a:rPr lang="it-IT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Maingon Sa La-ngit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63580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ABC6933-8F7D-4800-9D91-C7991A86E9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Ang Kalan-on Namo Sa Matag Adlaw Ihatag Kanamo Karong Adla-wa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16065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B3AA3D4-2AB8-4B24-85ED-BFA9623F31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Ug Pasayloa Kami Sa Among Mga Sala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Maingon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Nga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Nagapasaylo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37883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Kami Sa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Mga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Nakasala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Kanamo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Ug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Dili Mo Kami, </a:t>
            </a:r>
          </a:p>
        </p:txBody>
      </p:sp>
    </p:spTree>
    <p:extLst>
      <p:ext uri="{BB962C8B-B14F-4D97-AF65-F5344CB8AC3E}">
        <p14:creationId xmlns:p14="http://schemas.microsoft.com/office/powerpoint/2010/main" val="328497787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Itugyan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Sa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Panulay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Hinonoa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Luwasa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Kami,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Luwasa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Kami Sa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Dautan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251713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92285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38908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 err="1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Kalawat</a:t>
            </a:r>
            <a:endParaRPr lang="en-US" sz="4800" b="1" dirty="0">
              <a:ln/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50520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cs typeface="Calibri"/>
                <a:sym typeface="Calibri"/>
              </a:rPr>
              <a:t>Gugmag</a:t>
            </a:r>
            <a:r>
              <a:rPr lang="en-US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cs typeface="Calibri"/>
                <a:sym typeface="Calibri"/>
              </a:rPr>
              <a:t> </a:t>
            </a:r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cs typeface="Calibri"/>
                <a:sym typeface="Calibri"/>
              </a:rPr>
              <a:t>Kahayag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cs typeface="Calibri"/>
              <a:sym typeface="Calibri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4943163-484B-4625-9DF5-B2F5C64062E0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47F154B6-B787-4A0D-805C-875B03C43C22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F98978A0-BB5D-4BC3-B58E-AA30E82F8F5E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FDD7331D-71CD-438E-84AA-86D900850C5E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7748DAB0-BBD3-44AC-841D-C33DE89138F1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CF32990E-09CE-4523-A62F-69930B8E37BF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BB12431-F073-4133-B963-4244BB14B286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FADF7859-8C9B-4E0D-A77B-EF5E1490DAF2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BC6BC061-F754-49BF-BB60-DB0D90D5596B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46A77EF9-B582-4661-A18F-0845C93A3504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4F1BB8E2-60DA-4B5C-98AF-D0232F2352F7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1B55F51D-3266-44AB-BB00-B07C034B28CC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45A758F2-F3AE-4CD3-B9A7-E47D0EF5296B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D804BA73-66A9-4F69-8BDC-D7453ED61079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CE99AC89-18D2-403F-9BA9-36D374DB881E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4956060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Ako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Tawo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Nga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Minugna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endParaRPr lang="en-ID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277037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Ako Ang Kaalam Nga Gimugna Alang Sa Tanan Kung Wala Pa Ako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2243814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Walay</a:t>
            </a:r>
            <a:r>
              <a:rPr lang="en-US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Kahayag</a:t>
            </a:r>
            <a:r>
              <a:rPr lang="en-US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Nga </a:t>
            </a:r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Mudan</a:t>
            </a:r>
            <a:r>
              <a:rPr lang="en-US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-ag Kay </a:t>
            </a:r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Ako</a:t>
            </a:r>
            <a:r>
              <a:rPr lang="en-US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Tawo</a:t>
            </a:r>
            <a:r>
              <a:rPr lang="en-US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Mubati</a:t>
            </a:r>
            <a:r>
              <a:rPr lang="en-US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Ug </a:t>
            </a:r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Gugma</a:t>
            </a:r>
            <a:r>
              <a:rPr lang="en-US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Maoy</a:t>
            </a:r>
            <a:r>
              <a:rPr lang="en-US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Iwag</a:t>
            </a:r>
            <a:endParaRPr lang="en-ID" sz="9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828245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Ginoo tudlui ako sa dalan sa kinabuhi Aron kahayag ang akong masinati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78469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Kawang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Kon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Gugma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Dili Puy-an Kay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ID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21954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Gugma Ug Kahayag Sa Kalibutan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3226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Sama Sa Adlaw Nga Mudan-ag Sa Kabuntagon Sama Sa Bulan Ug Bituon Nga Iwag Sa Kagabhion</a:t>
            </a:r>
            <a:endParaRPr lang="en-ID" sz="9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19050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 Ginoo Gayud Maoy Kahayag Sa Kinabuhi Tugkaron Ta Aron Sudnon Ang Mga Mithi</a:t>
            </a:r>
            <a:endParaRPr lang="en-ID" sz="9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78070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Ginoo tudlui ako sa dalan sa kinabuhi Aron kahayag ang akong masinati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318059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Kawang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Kon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Gugma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Dili Puy-an Kay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ID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514528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Gugma Ug Kahayag Sa Kalibutan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375009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8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 Kasing-kasing Mo Ko Anaa Ang Ginoo</a:t>
            </a:r>
          </a:p>
          <a:p>
            <a:pPr algn="ctr"/>
            <a:r>
              <a:rPr lang="sv-SE" sz="8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 Pagdumot, Kayugot Nga Muhari Sa Dughan Mo</a:t>
            </a:r>
            <a:endParaRPr lang="en-ID" sz="8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959006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8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Mga Kalipay Kalinaw</a:t>
            </a:r>
          </a:p>
          <a:p>
            <a:pPr algn="ctr"/>
            <a:r>
              <a:rPr lang="sv-SE" sz="8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Ug Puno Sa Pagpasaylo Sa Mga Panalangin Pun-on Ka Sa Ginoo</a:t>
            </a:r>
            <a:endParaRPr lang="en-ID" sz="8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608021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Ginoo tudlui ako sa dalan sa kinabuhi Aron kahayag ang akong masinati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888839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Kawang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Kon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Gugma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Dili Puy-an Kay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ID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851400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Gugma Ug Kahayag Sa Kalibutan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848689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Kawang Ang Tanan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361759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CFEB-6168-4113-8C5C-88A35DBE2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C8AFE2-1273-4548-B392-D52A0441D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2394149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Daygon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Nato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Diyos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Israel</a:t>
            </a:r>
          </a:p>
        </p:txBody>
      </p:sp>
    </p:spTree>
    <p:extLst>
      <p:ext uri="{BB962C8B-B14F-4D97-AF65-F5344CB8AC3E}">
        <p14:creationId xmlns:p14="http://schemas.microsoft.com/office/powerpoint/2010/main" val="289085136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Maingon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sinugdan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karon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ug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gihapon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ug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katuigan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nga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walay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katapusan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Amen,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Daygon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Nato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Diyos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Israel</a:t>
            </a:r>
          </a:p>
        </p:txBody>
      </p:sp>
    </p:spTree>
    <p:extLst>
      <p:ext uri="{BB962C8B-B14F-4D97-AF65-F5344CB8AC3E}">
        <p14:creationId xmlns:p14="http://schemas.microsoft.com/office/powerpoint/2010/main" val="426860832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4491034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 err="1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Halad</a:t>
            </a:r>
            <a:endParaRPr lang="en-US" sz="4800" b="1" dirty="0">
              <a:ln/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50520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Ipa</a:t>
            </a:r>
            <a:r>
              <a:rPr lang="en-US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 Ambit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FC56DEA-2FAE-4EC4-9B26-84893D174CB8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FDD15112-0CD4-4D63-8841-C524CE49ED9E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10F149A2-A106-4321-B857-7C5AB84047FD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EA1D3D77-035E-480F-BFFD-0EF02A868560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FA591806-7E11-4771-8EEF-E3A90B355B0B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45298B82-6D2C-43D1-8C39-C8B53886B4FC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F85E112-6336-4EFB-B16B-ABD2EAE677B0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CC2C8CF9-8E32-4A4D-9310-3D7B96A0034E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A88FDCE5-CE26-4566-8B6B-01291B5179B5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19D11663-3A11-4CD6-90D2-133120E95070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306230CB-2A09-4672-9D6A-F899F423A38C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9FA25B54-F5FE-4395-BA47-141263F10722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2AB30D0E-989B-4896-A7C0-71A9D072909D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F1A81C96-496F-47DD-8DCA-C379920489F0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E5378F84-8ED5-483D-828D-4DFE33AAFDED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4668419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pl-PL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Igsoon Ko Ipaambit Na Ang Kinabuhi Mo,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142815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rm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 Mga Hiyas Mo Palamboa,</a:t>
            </a:r>
            <a:b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Gikan Sa Langit Nga Mga Gasa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785357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rm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Segi Na Gamita Na Kining Maong Gasa</a:t>
            </a:r>
            <a:b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Kining Tanan Inuslan Lang Arun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56132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Mapalambo Ang Kalibutan</a:t>
            </a:r>
            <a:b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Higala Hinumdumi Ang Kahitas-an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785986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1999" cy="6858000"/>
          </a:xfrm>
        </p:spPr>
        <p:txBody>
          <a:bodyPr anchor="ctr">
            <a:noAutofit/>
          </a:bodyPr>
          <a:lstStyle/>
          <a:p>
            <a:pPr algn="ctr"/>
            <a:r>
              <a:rPr lang="pl-PL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Mohatag Sa Nagkugi</a:t>
            </a:r>
            <a:br>
              <a:rPr lang="pl-PL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Mosilot Sa Nagsayang Niining Maong Bahandi.</a:t>
            </a:r>
            <a:endParaRPr lang="en-US" sz="1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4563454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8190B-1B84-7ACD-10FE-900E6BF76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0C246FC-96F5-D77A-3369-FA8F6350C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rm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Segi Na Gamita Na Kining Maong Gasa</a:t>
            </a:r>
            <a:b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Kining Tanan </a:t>
            </a:r>
            <a:r>
              <a:rPr lang="pl-PL" sz="115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Inuslan Lang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4945389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1999" cy="6857999"/>
          </a:xfrm>
        </p:spPr>
        <p:txBody>
          <a:bodyPr anchor="ctr">
            <a:normAutofit/>
          </a:bodyPr>
          <a:lstStyle/>
          <a:p>
            <a:pPr algn="ctr"/>
            <a:r>
              <a:rPr lang="pl-PL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Arun</a:t>
            </a:r>
            <a:r>
              <a:rPr lang="en-US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,,,, </a:t>
            </a:r>
            <a:r>
              <a:rPr lang="pl-PL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Mapalambo Ang Kalibutan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9316164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823342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 err="1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Katapusan</a:t>
            </a:r>
            <a:endParaRPr lang="en-US" sz="4800" b="1" dirty="0">
              <a:ln/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36452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This Is The Day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4C90B16-85A8-4ABF-AE4B-4428844575ED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A9B790CE-E005-4554-9A7E-C32D2A418401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2475A911-2A52-4FC8-8E04-CDB9A15D14C5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21B6D46E-A90D-48D3-8EC5-F84639F836D5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FC7D1BA6-6EE0-4B43-9373-12518A492E3D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1522C063-B0BD-4942-9D89-01D188FD7EC6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7529A0F-BC28-4261-AE02-DEC9E73D5AB1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F2AF4F5B-3455-49E7-8B07-A4774906D342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CCB78AB6-ABE2-4AD7-972C-8AC534BABAAF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40C0C2E3-A7C0-4DD2-98C0-1574D316E7F0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CF3E6662-6AA8-4FA0-8AED-4CE84CCB15A7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972723A5-7C45-4BC7-AE1A-69A2C216CC4D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FACEA0AD-06DF-4A78-A852-9C17031879DF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556FEC17-A018-42B7-AF7C-8E7980046A97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C9980C86-3058-4A98-B036-E60A76B58C9C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29945000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95F52-B7CA-4705-AE32-6799371D6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2516"/>
            <a:ext cx="10515600" cy="5472967"/>
          </a:xfrm>
        </p:spPr>
        <p:txBody>
          <a:bodyPr>
            <a:normAutofit/>
          </a:bodyPr>
          <a:lstStyle/>
          <a:p>
            <a:pPr algn="ctr"/>
            <a:r>
              <a:rPr lang="en-PH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[Intro]</a:t>
            </a:r>
            <a:br>
              <a:rPr lang="en-PH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PH" sz="8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   A D</a:t>
            </a:r>
          </a:p>
        </p:txBody>
      </p:sp>
    </p:spTree>
    <p:extLst>
      <p:ext uri="{BB962C8B-B14F-4D97-AF65-F5344CB8AC3E}">
        <p14:creationId xmlns:p14="http://schemas.microsoft.com/office/powerpoint/2010/main" val="75056919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I The Day, This Is The Day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830E8C-610D-4073-AA73-B4F60A414A38}"/>
              </a:ext>
            </a:extLst>
          </p:cNvPr>
          <p:cNvSpPr/>
          <p:nvPr/>
        </p:nvSpPr>
        <p:spPr>
          <a:xfrm>
            <a:off x="-104235" y="139270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20379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That The Lord Ha Made, That The Lord Has Made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170CD4-6C1E-4DCD-B86C-C3429F7C78B0}"/>
              </a:ext>
            </a:extLst>
          </p:cNvPr>
          <p:cNvSpPr/>
          <p:nvPr/>
        </p:nvSpPr>
        <p:spPr>
          <a:xfrm>
            <a:off x="1041006" y="81592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142657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Will Rejoice, We Will Rejoice</a:t>
            </a:r>
            <a:b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Be Glad In It,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B2E33C-5332-45F5-814D-8A58DEA901FF}"/>
              </a:ext>
            </a:extLst>
          </p:cNvPr>
          <p:cNvSpPr/>
          <p:nvPr/>
        </p:nvSpPr>
        <p:spPr>
          <a:xfrm>
            <a:off x="-112542" y="14287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A32724-AC0D-4C0C-BA6C-D6C7755F9508}"/>
              </a:ext>
            </a:extLst>
          </p:cNvPr>
          <p:cNvSpPr/>
          <p:nvPr/>
        </p:nvSpPr>
        <p:spPr>
          <a:xfrm>
            <a:off x="5202701" y="403728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797406-2E7A-488D-A85F-EA4FFD13C450}"/>
              </a:ext>
            </a:extLst>
          </p:cNvPr>
          <p:cNvSpPr/>
          <p:nvPr/>
        </p:nvSpPr>
        <p:spPr>
          <a:xfrm>
            <a:off x="7859150" y="403728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75091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Be Glad In It,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B2E33C-5332-45F5-814D-8A58DEA901FF}"/>
              </a:ext>
            </a:extLst>
          </p:cNvPr>
          <p:cNvSpPr/>
          <p:nvPr/>
        </p:nvSpPr>
        <p:spPr>
          <a:xfrm>
            <a:off x="759654" y="204201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729AAE0-EEBC-4A5E-B719-B3382A439FC0}"/>
              </a:ext>
            </a:extLst>
          </p:cNvPr>
          <p:cNvSpPr/>
          <p:nvPr/>
        </p:nvSpPr>
        <p:spPr>
          <a:xfrm>
            <a:off x="7887286" y="209593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274208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84820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en-US" sz="10666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This Is The Day That The Lord Has Made,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2719F2-0318-4CCD-80A4-84AA495758C3}"/>
              </a:ext>
            </a:extLst>
          </p:cNvPr>
          <p:cNvSpPr/>
          <p:nvPr/>
        </p:nvSpPr>
        <p:spPr>
          <a:xfrm>
            <a:off x="3427906" y="40808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17A9D6-6E3C-4B04-B02C-9C0E3A7EDCDD}"/>
              </a:ext>
            </a:extLst>
          </p:cNvPr>
          <p:cNvSpPr/>
          <p:nvPr/>
        </p:nvSpPr>
        <p:spPr>
          <a:xfrm>
            <a:off x="8329690" y="208698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021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Will Rejoice</a:t>
            </a:r>
            <a:b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Be Glad In It,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B2E33C-5332-45F5-814D-8A58DEA901FF}"/>
              </a:ext>
            </a:extLst>
          </p:cNvPr>
          <p:cNvSpPr/>
          <p:nvPr/>
        </p:nvSpPr>
        <p:spPr>
          <a:xfrm>
            <a:off x="1146628" y="81743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A32724-AC0D-4C0C-BA6C-D6C7755F9508}"/>
              </a:ext>
            </a:extLst>
          </p:cNvPr>
          <p:cNvSpPr/>
          <p:nvPr/>
        </p:nvSpPr>
        <p:spPr>
          <a:xfrm>
            <a:off x="5037811" y="349764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797406-2E7A-488D-A85F-EA4FFD13C450}"/>
              </a:ext>
            </a:extLst>
          </p:cNvPr>
          <p:cNvSpPr/>
          <p:nvPr/>
        </p:nvSpPr>
        <p:spPr>
          <a:xfrm>
            <a:off x="9223247" y="349763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24013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I The Day, This Is The Day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830E8C-610D-4073-AA73-B4F60A414A38}"/>
              </a:ext>
            </a:extLst>
          </p:cNvPr>
          <p:cNvSpPr/>
          <p:nvPr/>
        </p:nvSpPr>
        <p:spPr>
          <a:xfrm>
            <a:off x="-44276" y="139270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845449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That The Lord Has Made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170CD4-6C1E-4DCD-B86C-C3429F7C78B0}"/>
              </a:ext>
            </a:extLst>
          </p:cNvPr>
          <p:cNvSpPr/>
          <p:nvPr/>
        </p:nvSpPr>
        <p:spPr>
          <a:xfrm>
            <a:off x="5553048" y="156542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277731-E486-459C-BD5E-11236B657114}"/>
              </a:ext>
            </a:extLst>
          </p:cNvPr>
          <p:cNvSpPr/>
          <p:nvPr/>
        </p:nvSpPr>
        <p:spPr>
          <a:xfrm>
            <a:off x="8103876" y="156792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ED03F3-7F28-49F9-8ACF-99E23ABC8130}"/>
              </a:ext>
            </a:extLst>
          </p:cNvPr>
          <p:cNvSpPr/>
          <p:nvPr/>
        </p:nvSpPr>
        <p:spPr>
          <a:xfrm>
            <a:off x="4054029" y="282459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0922338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0245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4769</TotalTime>
  <Words>1454</Words>
  <Application>Microsoft Office PowerPoint</Application>
  <PresentationFormat>Widescreen</PresentationFormat>
  <Paragraphs>150</Paragraphs>
  <Slides>141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141</vt:i4>
      </vt:variant>
    </vt:vector>
  </HeadingPairs>
  <TitlesOfParts>
    <vt:vector size="146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PASIUNA</vt:lpstr>
      <vt:lpstr>You are the voice of the living god, calling us now to live in your love,</vt:lpstr>
      <vt:lpstr>to be children of god once again, Praise for the light that shines through the night,</vt:lpstr>
      <vt:lpstr>from darknes to light, from death to new life, and praise to the morning that brings forth the sun,</vt:lpstr>
      <vt:lpstr>to open our eyes to the lord!</vt:lpstr>
      <vt:lpstr>You are the voice of the living god, calling us now to live in your love,</vt:lpstr>
      <vt:lpstr>to be children of god once again, Praise for the light that shines through the night,</vt:lpstr>
      <vt:lpstr>from darknes to light, from death to new life, and praise to the morning that brings forth the sun,</vt:lpstr>
      <vt:lpstr>to open our eyes to the lord!</vt:lpstr>
      <vt:lpstr>to open our eyes to the lord!</vt:lpstr>
      <vt:lpstr>PowerPoint Presentation</vt:lpstr>
      <vt:lpstr>Nagakompisal Ako Sa Dios Nga Makagagahom Sa Tanan, </vt:lpstr>
      <vt:lpstr>Ug Kaninyo Mga Igsoon Kay Nakalapas Ako Ug Dako Uyamot Sa Hunahuna,</vt:lpstr>
      <vt:lpstr>Sa Pulong Ug Sa Buhat, Ug Sa Wala Pagbuhat Sa Angayang Buhaton.</vt:lpstr>
      <vt:lpstr>Kay Akong Sala, Akong Sala, Akong Dakong Sala. Busa Nangamuyo Ako Kang Santa Maria, Kanunayng Birhen, </vt:lpstr>
      <vt:lpstr>Sa Tanang Mga Anghel Ug Mga Santos, Ug Kaninyo Mga Igsoon, </vt:lpstr>
      <vt:lpstr>Aron Inyo Akong I-Ampo Sa Ginoo Nga Atong Dios.</vt:lpstr>
      <vt:lpstr>Kyrie</vt:lpstr>
      <vt:lpstr>Isugid ko ang akong kasal-anan Sa walay paglimod, isugilon ko</vt:lpstr>
      <vt:lpstr>Sayod ka man nga kining a-la-ot misalig la---mang sa kaayo, kaayo mo</vt:lpstr>
      <vt:lpstr>Kaloy-on mo na, O Ginoo wagtanga Ang akong kasal-anan ug ang kaluwasan</vt:lpstr>
      <vt:lpstr>Nga akong gipa-a-bot ipakanaug -  mo</vt:lpstr>
      <vt:lpstr>PowerPoint Presentation</vt:lpstr>
      <vt:lpstr>1. Awit sa himaya</vt:lpstr>
      <vt:lpstr>Ug Kadait Sa Iyang Mga Tawo Dinhi Sa Yuta Ginoong Dios, Langitnong Hari,</vt:lpstr>
      <vt:lpstr>Dios Amahan Makagagahum Sa Tanan, Nagasimba Kami Kanimo, Nagapasalamat Kami Kanimo</vt:lpstr>
      <vt:lpstr>Nagadayeg Kami Kanimo Tungod Sa Imong Himaya</vt:lpstr>
      <vt:lpstr>Himaya Sa Dios Didto Sa La-a-ngit, Ginoong Jesu-kristo, Bugtong Anak Sa Amahan</vt:lpstr>
      <vt:lpstr>Ginoong Dios, Kordero Sa Dios, Ikaw Nagawagtang Sa Sala Sa Kalibutan, Kaloy-i Kami</vt:lpstr>
      <vt:lpstr>Ikaw Nagalingkod Sa Tuo Sa Amahan, Dawata Ang Among Pangamuyo</vt:lpstr>
      <vt:lpstr>Himaya Sa Dios Didto Sa La-a-ngit, Kay Ikaw Lamang Ang Santos, Ikaw Lamang Ang Ginoo</vt:lpstr>
      <vt:lpstr>Ikaw Lamang Ang Labing Halangdon, O Jesu-kristo</vt:lpstr>
      <vt:lpstr>Uban Sa Espiritu Santo, Diha Sa Himaya Sa Dios Nga Amahan</vt:lpstr>
      <vt:lpstr>A-men, A--men</vt:lpstr>
      <vt:lpstr>Himaya Sa Dios Didto Sa La-a-ngit</vt:lpstr>
      <vt:lpstr>2. Awit sa himaya</vt:lpstr>
      <vt:lpstr>Ug Kadait Sa Iyang Mga Tawo Dinhi Sa Yuta Ginoong Dios Langitnong Hari</vt:lpstr>
      <vt:lpstr>Dios Amahan Makagagahum Sa Tanan Nagasimba Kami Kanimo Nagapasalamat Ka Kanimo</vt:lpstr>
      <vt:lpstr>Nagadayeg Kami Kanimo Tungod Sa Imong Himaya Ginoong Jesu-kristo</vt:lpstr>
      <vt:lpstr>Bugtong Anak Sa Amahan Ginoong Dios Kordero Sa Dios</vt:lpstr>
      <vt:lpstr>Ikaw Ang Nagawagtang Sa Sala  Sa Kalibutan Kaloy I Kami</vt:lpstr>
      <vt:lpstr>Ikaw Ang Nagalingkod Sa Tuo Sa Amahan Dawata Ang Among Pangamuyo </vt:lpstr>
      <vt:lpstr>Kay Ikaw Lamang Ang Santos Ikaw Lamang Ang Ginoo</vt:lpstr>
      <vt:lpstr>Ikaw Lamang Ang Labing Halangdon O Hesu-kristo Uban Sa Ispiritu Santo Diha Sa Himaya </vt:lpstr>
      <vt:lpstr>Sa Dios nga Amahan AAAAAmen….</vt:lpstr>
      <vt:lpstr>PowerPoint Presentation</vt:lpstr>
      <vt:lpstr>Salmo tubag</vt:lpstr>
      <vt:lpstr>Empty</vt:lpstr>
      <vt:lpstr>PowerPoint Presentation</vt:lpstr>
      <vt:lpstr>Pagdayeg</vt:lpstr>
      <vt:lpstr>Alelu Alelu Aleluya Alelu Alelu Aleluya</vt:lpstr>
      <vt:lpstr>Pagdaygon Ang diyos alelu-u-u-u-ya</vt:lpstr>
      <vt:lpstr>Alelu Alelu Aleluya Alelu Alelu Aleluya</vt:lpstr>
      <vt:lpstr>Pagdaygon Ang diyos alelu-u-u-u-ya</vt:lpstr>
      <vt:lpstr>PowerPoint Presentation</vt:lpstr>
      <vt:lpstr> Profession of faith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Mituo ako sa Dios Amahan, Makagagahum sa tanan. Magbubuhat sa langit ug yuta.</vt:lpstr>
      <vt:lpstr>Mituo ako kang Hesukristo, lyang bugtong anak, atong Ginoo.</vt:lpstr>
      <vt:lpstr>Gipanamkon Siya Sa Lalang Sa Espiritu Santo Ug Natawo Ni Maria Nga Ulay.</vt:lpstr>
      <vt:lpstr>Nag-antus Siya Sa Sugo Ni Poncio Pilato, Gilansang Sa Krus, Namatay Ug Gilubong.</vt:lpstr>
      <vt:lpstr>Miadto Siya Sa Mga Nangamatay Sa Ikatulo Nga Adlaw Nabanhaw Siya.</vt:lpstr>
      <vt:lpstr>Misaka Siya Sa Langit Ug Nagalingkod Sa Tuo Sa Dios Amahan Makagagahum Sa Tanan. </vt:lpstr>
      <vt:lpstr>Mobalik Siya Aron Paghukom Sa Mga Buhi Ug Sa Mga Minatay.</vt:lpstr>
      <vt:lpstr>Nagatoo Kami Sa Espiritu Santo, Sa Santos Ug Katoliko Nga Simbahan,</vt:lpstr>
      <vt:lpstr>Sa Panag-ambit Sa Mga Santos, Sa Pagpasaylo Sa Mga Sala,</vt:lpstr>
      <vt:lpstr>Sa Pagkabanhaw Sa Lawas Ug Sa Kinabuhing Walay Katapusan. Amen.</vt:lpstr>
      <vt:lpstr>PowerPoint Presentation</vt:lpstr>
      <vt:lpstr>Tubag sa pangamuyo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Kalawat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Halad</vt:lpstr>
      <vt:lpstr>Igsoon Ko Ipaambit Na Ang Kinabuhi Mo,</vt:lpstr>
      <vt:lpstr>Ang Mga Hiyas Mo Palamboa, Gikan Sa Langit Nga Mga Gasa</vt:lpstr>
      <vt:lpstr>Segi Na Gamita Na Kining Maong Gasa Kining Tanan Inuslan Lang Arun</vt:lpstr>
      <vt:lpstr>Mapalambo Ang Kalibutan Higala Hinumdumi Ang Kahitas-an</vt:lpstr>
      <vt:lpstr>Mohatag Sa Nagkugi Mosilot Sa Nagsayang Niining Maong Bahandi.</vt:lpstr>
      <vt:lpstr>Segi Na Gamita Na Kining Maong Gasa Kining Tanan Inuslan Lang</vt:lpstr>
      <vt:lpstr>Arun,,,, Mapalambo Ang Kalibutan</vt:lpstr>
      <vt:lpstr>PowerPoint Presentation</vt:lpstr>
      <vt:lpstr>Katapusan</vt:lpstr>
      <vt:lpstr>[Intro] D   A D</vt:lpstr>
      <vt:lpstr>This I The Day, This Is The Day</vt:lpstr>
      <vt:lpstr>That The Lord Ha Made, That The Lord Has Made</vt:lpstr>
      <vt:lpstr>We Will Rejoice, We Will Rejoice  And Be Glad In It, </vt:lpstr>
      <vt:lpstr>And Be Glad In It,</vt:lpstr>
      <vt:lpstr>For This Is The Day That The Lord Has Made,</vt:lpstr>
      <vt:lpstr>We Will Rejoice  And Be Glad In It, </vt:lpstr>
      <vt:lpstr>This I The Day, This Is The Day</vt:lpstr>
      <vt:lpstr>That The Lord Has Made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PASIUNA</dc:title>
  <dc:creator>space coder</dc:creator>
  <cp:lastModifiedBy>Dood</cp:lastModifiedBy>
  <cp:revision>443</cp:revision>
  <dcterms:created xsi:type="dcterms:W3CDTF">2024-07-06T12:27:06Z</dcterms:created>
  <dcterms:modified xsi:type="dcterms:W3CDTF">2026-01-03T22:18:58Z</dcterms:modified>
</cp:coreProperties>
</file>