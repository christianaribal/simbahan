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2"/>
  </p:notesMasterIdLst>
  <p:sldIdLst>
    <p:sldId id="416" r:id="rId2"/>
    <p:sldId id="259" r:id="rId3"/>
    <p:sldId id="987" r:id="rId4"/>
    <p:sldId id="988" r:id="rId5"/>
    <p:sldId id="989" r:id="rId6"/>
    <p:sldId id="990" r:id="rId7"/>
    <p:sldId id="991" r:id="rId8"/>
    <p:sldId id="992" r:id="rId9"/>
    <p:sldId id="368" r:id="rId10"/>
    <p:sldId id="271" r:id="rId11"/>
    <p:sldId id="272" r:id="rId12"/>
    <p:sldId id="273" r:id="rId13"/>
    <p:sldId id="274" r:id="rId14"/>
    <p:sldId id="275" r:id="rId15"/>
    <p:sldId id="276" r:id="rId16"/>
    <p:sldId id="693" r:id="rId17"/>
    <p:sldId id="959" r:id="rId18"/>
    <p:sldId id="960" r:id="rId19"/>
    <p:sldId id="961" r:id="rId20"/>
    <p:sldId id="962" r:id="rId21"/>
    <p:sldId id="369" r:id="rId22"/>
    <p:sldId id="322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728" r:id="rId35"/>
    <p:sldId id="957" r:id="rId36"/>
    <p:sldId id="729" r:id="rId37"/>
    <p:sldId id="730" r:id="rId38"/>
    <p:sldId id="731" r:id="rId39"/>
    <p:sldId id="732" r:id="rId40"/>
    <p:sldId id="733" r:id="rId41"/>
    <p:sldId id="734" r:id="rId42"/>
    <p:sldId id="735" r:id="rId43"/>
    <p:sldId id="736" r:id="rId44"/>
    <p:sldId id="737" r:id="rId45"/>
    <p:sldId id="370" r:id="rId46"/>
    <p:sldId id="323" r:id="rId47"/>
    <p:sldId id="324" r:id="rId48"/>
    <p:sldId id="694" r:id="rId49"/>
    <p:sldId id="325" r:id="rId50"/>
    <p:sldId id="326" r:id="rId51"/>
    <p:sldId id="327" r:id="rId52"/>
    <p:sldId id="328" r:id="rId53"/>
    <p:sldId id="382" r:id="rId54"/>
    <p:sldId id="372" r:id="rId55"/>
    <p:sldId id="672" r:id="rId56"/>
    <p:sldId id="310" r:id="rId57"/>
    <p:sldId id="673" r:id="rId58"/>
    <p:sldId id="312" r:id="rId59"/>
    <p:sldId id="674" r:id="rId60"/>
    <p:sldId id="314" r:id="rId61"/>
    <p:sldId id="675" r:id="rId62"/>
    <p:sldId id="316" r:id="rId63"/>
    <p:sldId id="676" r:id="rId64"/>
    <p:sldId id="677" r:id="rId65"/>
    <p:sldId id="678" r:id="rId66"/>
    <p:sldId id="679" r:id="rId67"/>
    <p:sldId id="680" r:id="rId68"/>
    <p:sldId id="681" r:id="rId69"/>
    <p:sldId id="811" r:id="rId70"/>
    <p:sldId id="782" r:id="rId71"/>
    <p:sldId id="783" r:id="rId72"/>
    <p:sldId id="784" r:id="rId73"/>
    <p:sldId id="785" r:id="rId74"/>
    <p:sldId id="786" r:id="rId75"/>
    <p:sldId id="787" r:id="rId76"/>
    <p:sldId id="788" r:id="rId77"/>
    <p:sldId id="386" r:id="rId78"/>
    <p:sldId id="387" r:id="rId79"/>
    <p:sldId id="388" r:id="rId80"/>
    <p:sldId id="373" r:id="rId81"/>
    <p:sldId id="339" r:id="rId82"/>
    <p:sldId id="340" r:id="rId83"/>
    <p:sldId id="707" r:id="rId84"/>
    <p:sldId id="566" r:id="rId85"/>
    <p:sldId id="567" r:id="rId86"/>
    <p:sldId id="708" r:id="rId87"/>
    <p:sldId id="719" r:id="rId88"/>
    <p:sldId id="341" r:id="rId89"/>
    <p:sldId id="343" r:id="rId90"/>
    <p:sldId id="345" r:id="rId91"/>
    <p:sldId id="346" r:id="rId92"/>
    <p:sldId id="348" r:id="rId93"/>
    <p:sldId id="351" r:id="rId94"/>
    <p:sldId id="350" r:id="rId95"/>
    <p:sldId id="696" r:id="rId96"/>
    <p:sldId id="354" r:id="rId97"/>
    <p:sldId id="356" r:id="rId98"/>
    <p:sldId id="357" r:id="rId99"/>
    <p:sldId id="358" r:id="rId100"/>
    <p:sldId id="362" r:id="rId101"/>
    <p:sldId id="359" r:id="rId102"/>
    <p:sldId id="360" r:id="rId103"/>
    <p:sldId id="361" r:id="rId104"/>
    <p:sldId id="363" r:id="rId105"/>
    <p:sldId id="364" r:id="rId106"/>
    <p:sldId id="1001" r:id="rId107"/>
    <p:sldId id="1002" r:id="rId108"/>
    <p:sldId id="367" r:id="rId109"/>
    <p:sldId id="934" r:id="rId110"/>
    <p:sldId id="721" r:id="rId111"/>
    <p:sldId id="722" r:id="rId112"/>
    <p:sldId id="973" r:id="rId113"/>
    <p:sldId id="695" r:id="rId114"/>
    <p:sldId id="284" r:id="rId115"/>
    <p:sldId id="501" r:id="rId116"/>
    <p:sldId id="502" r:id="rId117"/>
    <p:sldId id="503" r:id="rId118"/>
    <p:sldId id="698" r:id="rId119"/>
    <p:sldId id="993" r:id="rId120"/>
    <p:sldId id="994" r:id="rId121"/>
    <p:sldId id="995" r:id="rId122"/>
    <p:sldId id="996" r:id="rId123"/>
    <p:sldId id="997" r:id="rId124"/>
    <p:sldId id="998" r:id="rId125"/>
    <p:sldId id="299" r:id="rId126"/>
    <p:sldId id="300" r:id="rId127"/>
    <p:sldId id="999" r:id="rId128"/>
    <p:sldId id="1000" r:id="rId129"/>
    <p:sldId id="301" r:id="rId130"/>
    <p:sldId id="302" r:id="rId1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9" autoAdjust="0"/>
    <p:restoredTop sz="94660"/>
  </p:normalViewPr>
  <p:slideViewPr>
    <p:cSldViewPr snapToGrid="0">
      <p:cViewPr varScale="1">
        <p:scale>
          <a:sx n="68" d="100"/>
          <a:sy n="68" d="100"/>
        </p:scale>
        <p:origin x="51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820D5-76F0-4170-964A-F84FEF4B524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BE476-709A-4DF5-AD86-25EC44A13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5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d32eb22_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f8fd32eb2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8fd32eb22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f8fd32eb22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8fd32eb22_1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f8fd32eb22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8fd32eb22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f8fd32eb22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8fd32eb22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f8fd32eb2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8fd32eb22_1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f8fd32eb22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8fd32eb22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f8fd32eb22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8fd32eb22_1_2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f8fd32eb22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3723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29062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72966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4692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36747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50324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1789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47950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20309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8fd32eb22_1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f8fd32eb22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8fd32eb22_1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f8fd32eb22_1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8fd32eb22_1_2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f8fd32eb22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8fd32eb22_1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2f8fd32eb22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8fd32eb22_1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f8fd32eb22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8fd32eb22_1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2f8fd32eb22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8fd32eb22_1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f8fd32eb22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8fd32eb22_1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f8fd32eb22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8fd32eb22_1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2f8fd32eb22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8fd32eb22_1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f8fd32eb22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f8fd32eb22_1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f8fd32eb22_1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8fd32eb22_1_3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2f8fd32eb22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8fd32eb22_1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2f8fd32eb22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55569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91380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6050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99094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71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3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19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28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1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67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9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18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1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72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6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93610-4789-4734-896A-9A81A3CF431E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53D7-76FC-4CDB-B08C-8FDB21339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37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166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PASIUNA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520" y="1179337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Lungsod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nga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Balaan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EF4037-A5BB-49B2-85CA-A54A26A7AB09}"/>
              </a:ext>
            </a:extLst>
          </p:cNvPr>
          <p:cNvGrpSpPr/>
          <p:nvPr/>
        </p:nvGrpSpPr>
        <p:grpSpPr>
          <a:xfrm>
            <a:off x="10412435" y="141848"/>
            <a:ext cx="1302434" cy="1486487"/>
            <a:chOff x="10412435" y="141848"/>
            <a:chExt cx="1302434" cy="1486487"/>
          </a:xfrm>
        </p:grpSpPr>
        <p:sp>
          <p:nvSpPr>
            <p:cNvPr id="4" name="Frame 3">
              <a:extLst>
                <a:ext uri="{FF2B5EF4-FFF2-40B4-BE49-F238E27FC236}">
                  <a16:creationId xmlns:a16="http://schemas.microsoft.com/office/drawing/2014/main" id="{DBB65D3F-3578-4F18-A8E1-FDEF8E6E5441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1611C55B-8190-4F2A-8EE7-4CC9435C92D5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3A2E3910-F03E-4E46-BB42-45989EEE532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A59C604E-503D-4009-B4CC-2CDE00E9E9B2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0EF2EF7D-8D2C-457D-BF66-C9F7A544EC8A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C82477-770F-42C1-BB10-6C58E775A1A2}"/>
              </a:ext>
            </a:extLst>
          </p:cNvPr>
          <p:cNvGrpSpPr/>
          <p:nvPr/>
        </p:nvGrpSpPr>
        <p:grpSpPr>
          <a:xfrm>
            <a:off x="2829955" y="5737856"/>
            <a:ext cx="6407832" cy="790723"/>
            <a:chOff x="2829955" y="5737856"/>
            <a:chExt cx="6407832" cy="790723"/>
          </a:xfrm>
        </p:grpSpPr>
        <p:sp>
          <p:nvSpPr>
            <p:cNvPr id="10" name="Frame 9">
              <a:extLst>
                <a:ext uri="{FF2B5EF4-FFF2-40B4-BE49-F238E27FC236}">
                  <a16:creationId xmlns:a16="http://schemas.microsoft.com/office/drawing/2014/main" id="{12E2AA2F-CBCF-4E59-B766-C360B0707CBE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EC916B66-F66D-44B1-BF54-4FB634F8A683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A54F3E97-ECE7-46E8-83C3-E77C8D256887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1EAA3756-CD76-46D5-8F6D-894ACA7E8A24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6824FF35-0970-4A21-814F-9978CD1B58B4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AA14F610-81D3-4657-8AA7-7A8F12FAFCF7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3DAEF6A0-9929-4393-92D1-F0913CED59A6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E0A68DA5-6013-4F44-9997-50B7A7A37240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7CB33C-25CC-4680-9E9E-35031700E577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20" name="Frame 19">
              <a:extLst>
                <a:ext uri="{FF2B5EF4-FFF2-40B4-BE49-F238E27FC236}">
                  <a16:creationId xmlns:a16="http://schemas.microsoft.com/office/drawing/2014/main" id="{C2338D19-E05E-42DD-ABCA-BDCC0E2FFA2C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Frame 20">
              <a:extLst>
                <a:ext uri="{FF2B5EF4-FFF2-40B4-BE49-F238E27FC236}">
                  <a16:creationId xmlns:a16="http://schemas.microsoft.com/office/drawing/2014/main" id="{10ED7F03-21B6-4B7C-BB6A-AC091FBAE12E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ame 21">
              <a:extLst>
                <a:ext uri="{FF2B5EF4-FFF2-40B4-BE49-F238E27FC236}">
                  <a16:creationId xmlns:a16="http://schemas.microsoft.com/office/drawing/2014/main" id="{C0622665-C831-4101-96C4-A313260A149F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Frame 22">
              <a:extLst>
                <a:ext uri="{FF2B5EF4-FFF2-40B4-BE49-F238E27FC236}">
                  <a16:creationId xmlns:a16="http://schemas.microsoft.com/office/drawing/2014/main" id="{C027A6B2-5E99-4F34-B9EF-F6C8AA7B7173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Frame 23">
              <a:extLst>
                <a:ext uri="{FF2B5EF4-FFF2-40B4-BE49-F238E27FC236}">
                  <a16:creationId xmlns:a16="http://schemas.microsoft.com/office/drawing/2014/main" id="{78AE9222-EBA2-4EA5-8F1F-983BF5DAB3AA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8225AB5-BD85-4913-A3CE-A84C5ECC7261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26" name="Frame 25">
              <a:extLst>
                <a:ext uri="{FF2B5EF4-FFF2-40B4-BE49-F238E27FC236}">
                  <a16:creationId xmlns:a16="http://schemas.microsoft.com/office/drawing/2014/main" id="{0A8A0F19-DF27-492C-B292-C1107765E8A4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Frame 26">
              <a:extLst>
                <a:ext uri="{FF2B5EF4-FFF2-40B4-BE49-F238E27FC236}">
                  <a16:creationId xmlns:a16="http://schemas.microsoft.com/office/drawing/2014/main" id="{D35C5EF4-19DA-4CBE-92AF-A7AC53065987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Frame 27">
              <a:extLst>
                <a:ext uri="{FF2B5EF4-FFF2-40B4-BE49-F238E27FC236}">
                  <a16:creationId xmlns:a16="http://schemas.microsoft.com/office/drawing/2014/main" id="{D7C958AC-08BD-413C-9FCC-FE90374D701B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Frame 28">
              <a:extLst>
                <a:ext uri="{FF2B5EF4-FFF2-40B4-BE49-F238E27FC236}">
                  <a16:creationId xmlns:a16="http://schemas.microsoft.com/office/drawing/2014/main" id="{D715B059-D471-4862-8D8C-7D3FE1DA9C84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Frame 29">
              <a:extLst>
                <a:ext uri="{FF2B5EF4-FFF2-40B4-BE49-F238E27FC236}">
                  <a16:creationId xmlns:a16="http://schemas.microsoft.com/office/drawing/2014/main" id="{F33C5261-E253-4567-8061-9AA29FEC59AA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Frame 30">
              <a:extLst>
                <a:ext uri="{FF2B5EF4-FFF2-40B4-BE49-F238E27FC236}">
                  <a16:creationId xmlns:a16="http://schemas.microsoft.com/office/drawing/2014/main" id="{FCCAE35C-6DED-4A20-97D7-355D674E7F0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Frame 31">
              <a:extLst>
                <a:ext uri="{FF2B5EF4-FFF2-40B4-BE49-F238E27FC236}">
                  <a16:creationId xmlns:a16="http://schemas.microsoft.com/office/drawing/2014/main" id="{7530BA3B-7C6E-4F32-8040-5FA36F42B330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Frame 32">
              <a:extLst>
                <a:ext uri="{FF2B5EF4-FFF2-40B4-BE49-F238E27FC236}">
                  <a16:creationId xmlns:a16="http://schemas.microsoft.com/office/drawing/2014/main" id="{39EA4A20-453A-4D0F-B08C-BA02A1826CB8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4324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Lungsod Nga Balaan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Ani-a Ta Karon Sa Pag Dayeg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0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Himaya Ang Atong Kaluwasan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Pari-anong Lungsod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06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Hari-anong Lungsod Awit Pasalamat Tibuok Nasud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Lungsod Nga Palaran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30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 Ta Karon Sa Pag Awit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Himaya Sa Gugma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946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Pag Laum</a:t>
            </a:r>
            <a:b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Hari-anong Lungsod</a:t>
            </a:r>
            <a:b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Pari-anong Lungsod  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72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Pasalamat</a:t>
            </a:r>
            <a:b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Tibuok Nasud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20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682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Nagakompisal Ako Sa Dios Nga Makagagahom Sa Tanan, 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Kani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ny</a:t>
            </a: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Mga Igsoon Kay Nakalapas Ako Ug Dako Uyamot Sa Hunahuna,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Pulong Ug Sa Buhat, Ug Sa Wala Pagbuhat Sa Angayang Buhaton.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157162" y="142875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Akong Sala, </a:t>
            </a:r>
            <a:r>
              <a:rPr lang="en-US" sz="9066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Akong</a:t>
            </a:r>
            <a:r>
              <a:rPr lang="en-US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Sala,</a:t>
            </a:r>
            <a:r>
              <a:rPr lang="en" sz="9066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Akong Dakong Sala. Busa Nangamuyo Ako Kang Santa Maria, Kanunayng Birhen, </a:t>
            </a:r>
            <a:endParaRPr sz="90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126682" y="137073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Tanang Mga Anghel Ug Mga Santos, Ug Kaninyo Mga Igsoon, 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172402" y="121833"/>
            <a:ext cx="11858625" cy="65579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Aron Inyo Akong I-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mpo Sa Ginoo Nga Atong Dios.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Kyrie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Isugid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54494D-58FB-413B-A040-32181A1F0393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4AF0534E-EC37-4928-9655-C1180348FB24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27A770EC-384A-442D-9815-0A40EBC93896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78A52422-DFE4-49CF-86D5-1DBDFBD5310F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90BD7ECE-5567-4273-804F-A4F3C7C8CF26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55C0A7E2-7457-4B5C-8075-7FDA66202962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02DD3D3-0F41-4FE7-8847-974A274E9E2F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3C6EF77F-430D-4B53-9FEC-457F91F4ECC3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6D0CBCFF-D777-4BF4-836C-C618C050C846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36CA4ADE-200D-45B2-9354-0CCAE0FB4E7A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D361925E-76CE-4C70-815C-0F8438958269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8B79D3F3-EA33-4B2D-A7D3-D13CE8C5D19F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0E45E2BF-40F3-4158-A724-621668A09E1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3F161F0C-78C8-4D91-8A1E-BE2B6B47E103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9EA64091-FFB5-4E84-A362-73E18CE9556E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7894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3AD727-B4A2-CE7B-98E5-EF1985C6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noFill/>
        </p:spPr>
        <p:txBody>
          <a:bodyPr>
            <a:normAutofit/>
          </a:bodyPr>
          <a:lstStyle/>
          <a:p>
            <a:pPr algn="ctr"/>
            <a: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Isugid ko ang akong kasal-anan</a:t>
            </a:r>
            <a:b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 walay paglimod, isugilon ko</a:t>
            </a:r>
            <a:endParaRPr lang="en-ID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13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3AD727-B4A2-CE7B-98E5-EF1985C6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noFill/>
        </p:spPr>
        <p:txBody>
          <a:bodyPr>
            <a:normAutofit/>
          </a:bodyPr>
          <a:lstStyle/>
          <a:p>
            <a:pPr algn="ctr"/>
            <a: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Sayod ka man nga kining a-la-ot misalig la---mang</a:t>
            </a:r>
            <a:b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 kaayo, kaayo mo</a:t>
            </a:r>
            <a:endParaRPr lang="en-ID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968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3AD727-B4A2-CE7B-98E5-EF1985C6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noFill/>
        </p:spPr>
        <p:txBody>
          <a:bodyPr>
            <a:noAutofit/>
          </a:bodyPr>
          <a:lstStyle/>
          <a:p>
            <a:pPr algn="ctr"/>
            <a:r>
              <a:rPr lang="nn-NO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Kaloy-on mo na, O Ginoo wagtanga</a:t>
            </a:r>
            <a:br>
              <a:rPr lang="nn-NO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n-NO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akong kasal-anan ug ang kaluwasan</a:t>
            </a:r>
            <a:endParaRPr lang="en-ID" sz="6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4511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3AD727-B4A2-CE7B-98E5-EF1985C6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noFill/>
        </p:spPr>
        <p:txBody>
          <a:bodyPr>
            <a:normAutofit/>
          </a:bodyPr>
          <a:lstStyle/>
          <a:p>
            <a:pPr algn="ctr"/>
            <a:r>
              <a:rPr lang="nn-NO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 akong gipa-a-bot ipakanaug -  mo</a:t>
            </a:r>
            <a:endParaRPr lang="en-ID" sz="8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600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895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177177"/>
            <a:ext cx="7940039" cy="253282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Awit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493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Kadait Sa Iyang Mga Tawo Dinhi Sa Yuta Ginoong Dios, Langitnong Hari,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000"/>
            </a:pPr>
            <a:r>
              <a:rPr lang="en" sz="933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Amahan Makagagahum Sa Tanan, Nagasimba Kami Kanimo, Nagapasalamat Kami Kanimo</a:t>
            </a:r>
            <a:endParaRPr sz="933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 Kami Kanimo Tungod Sa Imong Himaya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98120" y="137162"/>
            <a:ext cx="11734800" cy="65074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Ginoong Jesu-kristo, Bugtong Anak Sa Amahan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Dios, Kordero Sa Dios, Ikaw Nagawagtang Sa Sala Sa Kalibutan, Kaloy-i Kami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Nagalingkod Sa Tuo Sa Amahan, Dawata Ang Among Pangamuyo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Kay Ikaw Lamang Ang Santos, Ikaw Lamang Ang Ginoo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081163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Lamang Ang Labing Halangdon, O Jesu-kristo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Sa Espiritu Santo, Diha Sa Himaya Sa Dios Nga Amahan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8300"/>
            </a:pPr>
            <a:r>
              <a:rPr lang="en" sz="11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A-men, A--men</a:t>
            </a:r>
            <a:endParaRPr sz="11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</a:t>
            </a:r>
            <a:endParaRPr sz="10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177177"/>
            <a:ext cx="7940039" cy="253282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Awit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098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177177"/>
            <a:ext cx="7940039" cy="2532820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Intro: </a:t>
            </a:r>
            <a:r>
              <a:rPr lang="en-US" sz="72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 C D G</a:t>
            </a:r>
          </a:p>
        </p:txBody>
      </p:sp>
    </p:spTree>
    <p:extLst>
      <p:ext uri="{BB962C8B-B14F-4D97-AF65-F5344CB8AC3E}">
        <p14:creationId xmlns:p14="http://schemas.microsoft.com/office/powerpoint/2010/main" val="4286227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Kadait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Iyang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Mga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Tawo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Dinhi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Yuta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Dios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Langitnong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E95F87-5D0B-44B3-AFBD-961DB7229E2B}"/>
              </a:ext>
            </a:extLst>
          </p:cNvPr>
          <p:cNvSpPr/>
          <p:nvPr/>
        </p:nvSpPr>
        <p:spPr>
          <a:xfrm>
            <a:off x="3647078" y="-26954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DF7CA7-5769-431D-961A-C32F369A761B}"/>
              </a:ext>
            </a:extLst>
          </p:cNvPr>
          <p:cNvSpPr/>
          <p:nvPr/>
        </p:nvSpPr>
        <p:spPr>
          <a:xfrm>
            <a:off x="5499324" y="80897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0C3AD3-7723-4A18-9791-36DD0B544710}"/>
              </a:ext>
            </a:extLst>
          </p:cNvPr>
          <p:cNvSpPr/>
          <p:nvPr/>
        </p:nvSpPr>
        <p:spPr>
          <a:xfrm>
            <a:off x="6624738" y="221574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20B568-7357-4235-9037-57B628B21898}"/>
              </a:ext>
            </a:extLst>
          </p:cNvPr>
          <p:cNvSpPr/>
          <p:nvPr/>
        </p:nvSpPr>
        <p:spPr>
          <a:xfrm>
            <a:off x="7972886" y="225091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B12596-7FF9-4308-92EC-09DD56F44B61}"/>
              </a:ext>
            </a:extLst>
          </p:cNvPr>
          <p:cNvSpPr/>
          <p:nvPr/>
        </p:nvSpPr>
        <p:spPr>
          <a:xfrm>
            <a:off x="6636464" y="358733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6FFEA7-1325-43A2-9692-3D52C0188CDC}"/>
              </a:ext>
            </a:extLst>
          </p:cNvPr>
          <p:cNvSpPr/>
          <p:nvPr/>
        </p:nvSpPr>
        <p:spPr>
          <a:xfrm>
            <a:off x="7386736" y="497066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590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000"/>
            </a:pPr>
            <a: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</a:t>
            </a: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</a:t>
            </a:r>
            <a: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Makagagahum</a:t>
            </a:r>
            <a: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Tanan</a:t>
            </a:r>
            <a:b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Nagasimba</a:t>
            </a:r>
            <a: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Kami </a:t>
            </a: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b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Nagapasalamat</a:t>
            </a:r>
            <a:r>
              <a:rPr lang="en-US" sz="9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 </a:t>
            </a:r>
            <a:r>
              <a:rPr lang="en-US" sz="9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endParaRPr lang="en-US" sz="9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A7C2BD-E76C-4FD0-BC1F-2BBF3A3575D4}"/>
              </a:ext>
            </a:extLst>
          </p:cNvPr>
          <p:cNvSpPr/>
          <p:nvPr/>
        </p:nvSpPr>
        <p:spPr>
          <a:xfrm>
            <a:off x="6952980" y="-24610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791213-E6FD-42D2-A4F6-F5750A92A7B5}"/>
              </a:ext>
            </a:extLst>
          </p:cNvPr>
          <p:cNvSpPr/>
          <p:nvPr/>
        </p:nvSpPr>
        <p:spPr>
          <a:xfrm>
            <a:off x="9461718" y="118411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33FAD0-9B67-4D57-86AD-47F083D49728}"/>
              </a:ext>
            </a:extLst>
          </p:cNvPr>
          <p:cNvSpPr/>
          <p:nvPr/>
        </p:nvSpPr>
        <p:spPr>
          <a:xfrm>
            <a:off x="1865175" y="249709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6906A-C367-4BB6-8FCB-8B23CA503816}"/>
              </a:ext>
            </a:extLst>
          </p:cNvPr>
          <p:cNvSpPr/>
          <p:nvPr/>
        </p:nvSpPr>
        <p:spPr>
          <a:xfrm>
            <a:off x="9086579" y="245020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A0B60C-B730-47D1-9AEB-55C2E4F64FD2}"/>
              </a:ext>
            </a:extLst>
          </p:cNvPr>
          <p:cNvSpPr/>
          <p:nvPr/>
        </p:nvSpPr>
        <p:spPr>
          <a:xfrm>
            <a:off x="5288308" y="357561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F67B08-F8C7-445B-A43C-8F2EC822CECC}"/>
              </a:ext>
            </a:extLst>
          </p:cNvPr>
          <p:cNvSpPr/>
          <p:nvPr/>
        </p:nvSpPr>
        <p:spPr>
          <a:xfrm>
            <a:off x="4960062" y="495894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693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Kami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Tungod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Imong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Jesu-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kristo</a:t>
            </a:r>
            <a:endParaRPr lang="en-US"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F48DF-4901-431D-9801-9FAA08178335}"/>
              </a:ext>
            </a:extLst>
          </p:cNvPr>
          <p:cNvSpPr/>
          <p:nvPr/>
        </p:nvSpPr>
        <p:spPr>
          <a:xfrm>
            <a:off x="3623632" y="-29299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F1A5B9-0AE4-4D13-A054-E9B578E794EE}"/>
              </a:ext>
            </a:extLst>
          </p:cNvPr>
          <p:cNvSpPr/>
          <p:nvPr/>
        </p:nvSpPr>
        <p:spPr>
          <a:xfrm>
            <a:off x="4983509" y="109032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32A78F-9DE9-4416-97F4-CEEEAFA70735}"/>
              </a:ext>
            </a:extLst>
          </p:cNvPr>
          <p:cNvSpPr/>
          <p:nvPr/>
        </p:nvSpPr>
        <p:spPr>
          <a:xfrm>
            <a:off x="6624738" y="223918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AE3D84-BA78-4E93-806C-348412318E3F}"/>
              </a:ext>
            </a:extLst>
          </p:cNvPr>
          <p:cNvSpPr/>
          <p:nvPr/>
        </p:nvSpPr>
        <p:spPr>
          <a:xfrm>
            <a:off x="6378556" y="377490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1888AF-1994-4060-A52F-9F70E9AB3FC9}"/>
              </a:ext>
            </a:extLst>
          </p:cNvPr>
          <p:cNvSpPr/>
          <p:nvPr/>
        </p:nvSpPr>
        <p:spPr>
          <a:xfrm>
            <a:off x="1689321" y="515823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85B03-60A7-494D-A0F7-E4D4DCE6E2FA}"/>
              </a:ext>
            </a:extLst>
          </p:cNvPr>
          <p:cNvSpPr/>
          <p:nvPr/>
        </p:nvSpPr>
        <p:spPr>
          <a:xfrm>
            <a:off x="7597750" y="487688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111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98120" y="137162"/>
            <a:ext cx="11734800" cy="65074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Bugtong Anak Sa Amahan</a:t>
            </a:r>
            <a:b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</a:t>
            </a:r>
            <a:b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sv-SE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Kordero Sa Dios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B6FB02-6658-47BA-9467-677F6C83D61D}"/>
              </a:ext>
            </a:extLst>
          </p:cNvPr>
          <p:cNvSpPr/>
          <p:nvPr/>
        </p:nvSpPr>
        <p:spPr>
          <a:xfrm>
            <a:off x="-409108" y="-12887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74608-8644-4A3A-AE60-421FBD41DFC8}"/>
              </a:ext>
            </a:extLst>
          </p:cNvPr>
          <p:cNvSpPr/>
          <p:nvPr/>
        </p:nvSpPr>
        <p:spPr>
          <a:xfrm>
            <a:off x="5710338" y="123101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7661B3-2744-4525-8A69-06DE50C8B28B}"/>
              </a:ext>
            </a:extLst>
          </p:cNvPr>
          <p:cNvSpPr/>
          <p:nvPr/>
        </p:nvSpPr>
        <p:spPr>
          <a:xfrm>
            <a:off x="2826466" y="305980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B29E1F-C8F8-4775-9847-330E2FE150F8}"/>
              </a:ext>
            </a:extLst>
          </p:cNvPr>
          <p:cNvSpPr/>
          <p:nvPr/>
        </p:nvSpPr>
        <p:spPr>
          <a:xfrm>
            <a:off x="6882645" y="287223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D1B796-119E-44BD-ADA8-64860659171C}"/>
              </a:ext>
            </a:extLst>
          </p:cNvPr>
          <p:cNvSpPr/>
          <p:nvPr/>
        </p:nvSpPr>
        <p:spPr>
          <a:xfrm>
            <a:off x="2826460" y="453691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ADB475-88FE-4752-9365-7215FCC5841A}"/>
              </a:ext>
            </a:extLst>
          </p:cNvPr>
          <p:cNvSpPr/>
          <p:nvPr/>
        </p:nvSpPr>
        <p:spPr>
          <a:xfrm>
            <a:off x="7703255" y="446657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1496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Nagawagtang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Sala 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Kalibutan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Kaloy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 Kami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C62ECC-4501-40B5-82AD-510E8686324E}"/>
              </a:ext>
            </a:extLst>
          </p:cNvPr>
          <p:cNvSpPr/>
          <p:nvPr/>
        </p:nvSpPr>
        <p:spPr>
          <a:xfrm>
            <a:off x="3459509" y="11806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B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66C576-8488-4844-AF56-9FBBA2855E85}"/>
              </a:ext>
            </a:extLst>
          </p:cNvPr>
          <p:cNvSpPr/>
          <p:nvPr/>
        </p:nvSpPr>
        <p:spPr>
          <a:xfrm>
            <a:off x="10235436" y="144202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21CFC7-C83E-451A-A7F5-49F61F8B7302}"/>
              </a:ext>
            </a:extLst>
          </p:cNvPr>
          <p:cNvSpPr/>
          <p:nvPr/>
        </p:nvSpPr>
        <p:spPr>
          <a:xfrm>
            <a:off x="5077292" y="294257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B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D8C50-3F89-4D82-B044-79A74464467C}"/>
              </a:ext>
            </a:extLst>
          </p:cNvPr>
          <p:cNvSpPr/>
          <p:nvPr/>
        </p:nvSpPr>
        <p:spPr>
          <a:xfrm>
            <a:off x="5827571" y="437278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025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Nagalingkod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Tuo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Dawata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Among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Pangamuyo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A8BFF9-9A8A-4E12-A79E-5481734FB9F9}"/>
              </a:ext>
            </a:extLst>
          </p:cNvPr>
          <p:cNvSpPr/>
          <p:nvPr/>
        </p:nvSpPr>
        <p:spPr>
          <a:xfrm>
            <a:off x="130152" y="-29299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C80090-CC79-466D-A4F0-B4F60A2BA501}"/>
              </a:ext>
            </a:extLst>
          </p:cNvPr>
          <p:cNvSpPr/>
          <p:nvPr/>
        </p:nvSpPr>
        <p:spPr>
          <a:xfrm>
            <a:off x="6671630" y="106688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5A5CD-0B7B-43D5-B4E1-4F6C8FE9B08F}"/>
              </a:ext>
            </a:extLst>
          </p:cNvPr>
          <p:cNvSpPr/>
          <p:nvPr/>
        </p:nvSpPr>
        <p:spPr>
          <a:xfrm>
            <a:off x="4373916" y="219229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124A7-97CE-40E1-B493-D7E585B97A23}"/>
              </a:ext>
            </a:extLst>
          </p:cNvPr>
          <p:cNvSpPr/>
          <p:nvPr/>
        </p:nvSpPr>
        <p:spPr>
          <a:xfrm>
            <a:off x="4960062" y="357562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0480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</a:t>
            </a:r>
            <a:r>
              <a:rPr lang="en-US" sz="1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Lamang</a:t>
            </a:r>
            <a: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Santos</a:t>
            </a:r>
            <a:b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Lamang</a:t>
            </a:r>
            <a:r>
              <a:rPr lang="en-US" sz="12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12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endParaRPr lang="en-US" sz="12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C31EA8-702F-4491-A96C-2D4FB8B574C5}"/>
              </a:ext>
            </a:extLst>
          </p:cNvPr>
          <p:cNvSpPr/>
          <p:nvPr/>
        </p:nvSpPr>
        <p:spPr>
          <a:xfrm>
            <a:off x="3436066" y="-24609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967145-1BEF-443F-BC9E-58F6916D0FEA}"/>
              </a:ext>
            </a:extLst>
          </p:cNvPr>
          <p:cNvSpPr/>
          <p:nvPr/>
        </p:nvSpPr>
        <p:spPr>
          <a:xfrm>
            <a:off x="8125285" y="-152316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CC75F6-AE83-4725-8208-EA30904A044D}"/>
              </a:ext>
            </a:extLst>
          </p:cNvPr>
          <p:cNvSpPr/>
          <p:nvPr/>
        </p:nvSpPr>
        <p:spPr>
          <a:xfrm>
            <a:off x="5030399" y="125444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2075A-C194-48EB-9B42-814F73E7B9A9}"/>
              </a:ext>
            </a:extLst>
          </p:cNvPr>
          <p:cNvSpPr/>
          <p:nvPr/>
        </p:nvSpPr>
        <p:spPr>
          <a:xfrm>
            <a:off x="5030403" y="310669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1D409E-C542-44E4-8D62-85B22BF90BCE}"/>
              </a:ext>
            </a:extLst>
          </p:cNvPr>
          <p:cNvSpPr/>
          <p:nvPr/>
        </p:nvSpPr>
        <p:spPr>
          <a:xfrm>
            <a:off x="5264866" y="477137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8234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081163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Lamang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Labing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Halangdon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Hesu-kristo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Ispiritu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Santo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Diha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925050-485A-4293-B69E-D8EB05FF11B6}"/>
              </a:ext>
            </a:extLst>
          </p:cNvPr>
          <p:cNvSpPr/>
          <p:nvPr/>
        </p:nvSpPr>
        <p:spPr>
          <a:xfrm>
            <a:off x="1255573" y="-26954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7BDEE6-8367-4E1C-9BB8-B3C72AFB7669}"/>
              </a:ext>
            </a:extLst>
          </p:cNvPr>
          <p:cNvSpPr/>
          <p:nvPr/>
        </p:nvSpPr>
        <p:spPr>
          <a:xfrm>
            <a:off x="1255572" y="80898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990AD3-85BD-4AF9-A7CD-C475750606AA}"/>
              </a:ext>
            </a:extLst>
          </p:cNvPr>
          <p:cNvSpPr/>
          <p:nvPr/>
        </p:nvSpPr>
        <p:spPr>
          <a:xfrm>
            <a:off x="10071326" y="76208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C458C3-4347-4B73-80C8-C66C61B2141E}"/>
              </a:ext>
            </a:extLst>
          </p:cNvPr>
          <p:cNvSpPr/>
          <p:nvPr/>
        </p:nvSpPr>
        <p:spPr>
          <a:xfrm>
            <a:off x="7046766" y="245020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9DB8BA-6333-4C7B-B965-0DEE1A079374}"/>
              </a:ext>
            </a:extLst>
          </p:cNvPr>
          <p:cNvSpPr/>
          <p:nvPr/>
        </p:nvSpPr>
        <p:spPr>
          <a:xfrm>
            <a:off x="528742" y="350527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C8D501-5AF7-4E35-A28E-2B6E93529F57}"/>
              </a:ext>
            </a:extLst>
          </p:cNvPr>
          <p:cNvSpPr/>
          <p:nvPr/>
        </p:nvSpPr>
        <p:spPr>
          <a:xfrm>
            <a:off x="8359754" y="355216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C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AFDE6E-4D52-47E1-81E4-2983EE4C8567}"/>
              </a:ext>
            </a:extLst>
          </p:cNvPr>
          <p:cNvSpPr/>
          <p:nvPr/>
        </p:nvSpPr>
        <p:spPr>
          <a:xfrm>
            <a:off x="2615451" y="495894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3B5E01-D67C-4CFF-808B-1DDA70B17916}"/>
              </a:ext>
            </a:extLst>
          </p:cNvPr>
          <p:cNvSpPr/>
          <p:nvPr/>
        </p:nvSpPr>
        <p:spPr>
          <a:xfrm>
            <a:off x="6859198" y="516995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7809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1" y="1"/>
            <a:ext cx="12191999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lt1"/>
              </a:buClr>
              <a:buSzPts val="7500"/>
            </a:pP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Dios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nga</a:t>
            </a: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00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</a:t>
            </a:r>
            <a:b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A-men….</a:t>
            </a:r>
            <a:endParaRPr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4776C-CBBB-42D5-99B2-93D056488331}"/>
              </a:ext>
            </a:extLst>
          </p:cNvPr>
          <p:cNvSpPr/>
          <p:nvPr/>
        </p:nvSpPr>
        <p:spPr>
          <a:xfrm>
            <a:off x="1724494" y="144202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79BA0C-3521-4B5B-A2F5-3A0B992BBC94}"/>
              </a:ext>
            </a:extLst>
          </p:cNvPr>
          <p:cNvSpPr/>
          <p:nvPr/>
        </p:nvSpPr>
        <p:spPr>
          <a:xfrm>
            <a:off x="9274149" y="139512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D15E1C-02E6-4B5B-943F-0BFF0E987151}"/>
              </a:ext>
            </a:extLst>
          </p:cNvPr>
          <p:cNvSpPr/>
          <p:nvPr/>
        </p:nvSpPr>
        <p:spPr>
          <a:xfrm>
            <a:off x="3107815" y="2919124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BC14C-49D9-4319-8E89-3C787315BF87}"/>
              </a:ext>
            </a:extLst>
          </p:cNvPr>
          <p:cNvSpPr/>
          <p:nvPr/>
        </p:nvSpPr>
        <p:spPr>
          <a:xfrm>
            <a:off x="4280124" y="298946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6210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5204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3944" y="2104606"/>
            <a:ext cx="6828692" cy="2532820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tubag</a:t>
            </a:r>
            <a:endParaRPr lang="en-US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6507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06F519-77CA-FBB9-5627-320119070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498"/>
            <a:ext cx="12192000" cy="6858000"/>
          </a:xfrm>
        </p:spPr>
        <p:txBody>
          <a:bodyPr>
            <a:noAutofit/>
          </a:bodyPr>
          <a:lstStyle/>
          <a:p>
            <a:pPr algn="ctr"/>
            <a:r>
              <a:rPr lang="en-ID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 Karun </a:t>
            </a:r>
            <a:r>
              <a:rPr lang="en-ID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Maka-dungog</a:t>
            </a:r>
            <a:r>
              <a:rPr lang="en-ID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Kamo</a:t>
            </a:r>
            <a:r>
              <a:rPr lang="en-ID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ID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Iyang</a:t>
            </a:r>
            <a:r>
              <a:rPr lang="en-ID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Tingog</a:t>
            </a:r>
            <a:r>
              <a:rPr lang="en-ID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Ayaw</a:t>
            </a:r>
            <a:r>
              <a:rPr lang="en-ID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Patig</a:t>
            </a:r>
            <a:r>
              <a:rPr lang="en-ID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-aha Ang </a:t>
            </a:r>
            <a:r>
              <a:rPr lang="en-ID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inyong</a:t>
            </a:r>
            <a:r>
              <a:rPr lang="en-ID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ID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Kasing</a:t>
            </a:r>
            <a:r>
              <a:rPr lang="en-ID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9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Kasing</a:t>
            </a:r>
            <a:endParaRPr lang="en-ID" sz="9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0004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Pagdayeg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Pagdayeg</a:t>
            </a:r>
            <a:r>
              <a:rPr lang="en-ID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Alang</a:t>
            </a:r>
            <a:r>
              <a:rPr lang="en-ID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ID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Kanimo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B7233F-AB02-44B3-80AA-8767BF9D04C6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E0CC2E06-90E4-4A86-A468-04BE07918869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F1933B36-6918-486D-881D-9E4D10B7536F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2D04AAD5-7253-4A02-A1A1-C05AB62A0A0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9EEA0EB3-B7AA-469F-A534-F8183BC29EE6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F51C04CF-5DB7-40F0-9E6C-8079B203FD13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565C23-3393-40FF-9F13-FB69C0700E28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53559C3C-01C3-4F66-8618-4A8CD7296D56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9581DB76-2052-4975-A38B-7E1CE06128DE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84FEC59C-0576-44BD-862F-BD7D99C26147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C37688A3-C05F-4D13-81CF-6785CD4ADE21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A80DB6AA-551B-480C-83E5-EEE053D59172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23F82BE6-E13F-4028-B94B-410F9B9BCFF6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C667796B-A983-4B96-AE0A-ACA1CB8E16C4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2341C0A0-1B81-4E08-9358-49E495A00459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12846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Pagdayeg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kanimo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Jesukristo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walay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katapusan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13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pulong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Among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kahayag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kaluwasan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241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Pagdayeg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kanimo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Ginoong</a:t>
            </a:r>
            <a:r>
              <a:rPr lang="en-US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Jesukristo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2259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himaya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walay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katapusan</a:t>
            </a:r>
            <a:r>
              <a:rPr lang="en-US" sz="13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13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270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2803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8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 Ka Dios, Ang Amahan, Ang Makagagahum Sa Ta- Nan, Magbubuhat Sa Langit Ug Sa Yuta,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9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700"/>
            </a:pPr>
            <a:r>
              <a:rPr lang="en" sz="893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Tanang Mga Makita Ug Di Makita. Nagatoo Kami Sa Usa Ka Ginoo, Si Jesucristo, Ang Bugtong Anak Sa Dios, </a:t>
            </a:r>
            <a:endParaRPr sz="8933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subTitle" idx="1"/>
          </p:nvPr>
        </p:nvSpPr>
        <p:spPr>
          <a:xfrm>
            <a:off x="96982" y="138545"/>
            <a:ext cx="11984183" cy="65947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800"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Gianak Sa Amahan Sa Wala Pay Katuigan, Dios Gikan Sa Dios, Kahayag Gikan Sa Kaha- Yag,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152400" y="166257"/>
            <a:ext cx="1188720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Matuod Nga Dios Gikan Sa Dios Nga Matuod, Gianak Dili Binuhat, Usag Kinaiya Sa Amahan.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2"/>
          <p:cNvSpPr txBox="1">
            <a:spLocks noGrp="1"/>
          </p:cNvSpPr>
          <p:nvPr>
            <p:ph type="body" idx="1"/>
          </p:nvPr>
        </p:nvSpPr>
        <p:spPr>
          <a:xfrm>
            <a:off x="152400" y="166257"/>
            <a:ext cx="1188720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Pinaagi Kaniya Nangahimo Ang Ta- Nan. Tungod Kanatong Mga Tawo Ug Alang Sa Atong Kaluwasan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3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600"/>
            </a:pPr>
            <a:r>
              <a:rPr lang="en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Mi- Kanaug Siya Gikan Sa Langit Sa Lalang Sa Espiritu Santo Nahimo Siya Nga May Lawas Gikan Ni Maria Nga U- Lay</a:t>
            </a:r>
            <a:endParaRPr sz="88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4"/>
          <p:cNvSpPr txBox="1">
            <a:spLocks noGrp="1"/>
          </p:cNvSpPr>
          <p:nvPr>
            <p:ph type="subTitle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6600"/>
            </a:pPr>
            <a:r>
              <a:rPr lang="en" sz="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Nahimong Tawo. Tungod Kanato Gilansang Siya Sa Krus Sa Sugo Ni Poncio Pilato Nag-antus Siya, Namatay Ug Gilu- Bong.</a:t>
            </a:r>
            <a:endParaRPr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5"/>
          <p:cNvSpPr txBox="1">
            <a:spLocks noGrp="1"/>
          </p:cNvSpPr>
          <p:nvPr>
            <p:ph type="body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Misaka Siya Sa Langit Ug Nagalingkod Sa Too Sa Amahan. Mobalik Siya Nga Mahimayaon A- Ron Paghukom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6"/>
          <p:cNvSpPr txBox="1">
            <a:spLocks noGrp="1"/>
          </p:cNvSpPr>
          <p:nvPr>
            <p:ph type="body" idx="1"/>
          </p:nvPr>
        </p:nvSpPr>
        <p:spPr>
          <a:xfrm>
            <a:off x="139931" y="123305"/>
            <a:ext cx="11928764" cy="66224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Mga Buhi Ug Sa Mga Minatay, Ug Ang Iyang Ging- Harian Walay Katapusan. Nagatoo Kami Sa Espiritu Santo,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Ginoo Ug Maghahatag Sa Kinabuhi. Na- Gagikan Siya Sa Amahan Ug Sa A- Nak.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8"/>
          <p:cNvSpPr txBox="1">
            <a:spLocks noGrp="1"/>
          </p:cNvSpPr>
          <p:nvPr>
            <p:ph type="body" idx="1"/>
          </p:nvPr>
        </p:nvSpPr>
        <p:spPr>
          <a:xfrm>
            <a:off x="138546" y="181496"/>
            <a:ext cx="1191491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Dungan Sa Amahan Ug Sa A- Nak Gisimba Siya Ug Gihimaya, Ug Misulti Pinaagi Sa Mga Propeta.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9"/>
          <p:cNvSpPr txBox="1">
            <a:spLocks noGrp="1"/>
          </p:cNvSpPr>
          <p:nvPr>
            <p:ph type="body" idx="1"/>
          </p:nvPr>
        </p:nvSpPr>
        <p:spPr>
          <a:xfrm>
            <a:off x="108066" y="181496"/>
            <a:ext cx="11914911" cy="6525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Usa, Santos, Ka- Toliko Ug Apostoliko Nga Simba- Han. Nagaila Kami Sa Usa Kabun- Yag 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0"/>
          <p:cNvSpPr txBox="1">
            <a:spLocks noGrp="1"/>
          </p:cNvSpPr>
          <p:nvPr>
            <p:ph type="body" idx="1"/>
          </p:nvPr>
        </p:nvSpPr>
        <p:spPr>
          <a:xfrm>
            <a:off x="91441" y="122042"/>
            <a:ext cx="11970327" cy="66224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Alang Sa Kapasayloan Sa Mga Sala. Nagapaabot Kami Sa Pagka- Banhaw Sa Mga Minatay,.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91441" y="122042"/>
            <a:ext cx="11970327" cy="66224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r>
              <a:rPr lang="en" sz="9066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Ki- Nabuhi Sa Umaabot Nga Kalibutan. Amen</a:t>
            </a:r>
            <a:endParaRPr sz="9066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91441" y="122042"/>
            <a:ext cx="11970327" cy="66224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6800"/>
              <a:buNone/>
            </a:pPr>
            <a:endParaRPr sz="9066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3654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Mituo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Dios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Makagagahum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Magbubuhat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langit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yuta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38119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Mituo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Hesukristo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bugtong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anak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40537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Gipanamkon Siya Sa Lalang Sa Espiritu Santo Ug Natawo Ni Maria Nga Ulay.</a:t>
            </a:r>
            <a:endParaRPr lang="en-US" sz="1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6456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Nag-antus Siya Sa Sugo Ni Poncio Pilato, Gilansang Sa Krus, Namatay Ug Gilubong.</a:t>
            </a:r>
            <a:endParaRPr lang="en-US" sz="10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0467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Miadto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Nangamatay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Ikatulo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Adlaw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Nabanhaw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r>
              <a:rPr lang="en-US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27397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Misaka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Langit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Nagalingkod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Amahan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Makagagahum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906591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Mobalik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Siya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Aron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Paghukom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Buhi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Minatay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696408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fi-FI" sz="1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Nagatoo Kami Sa Espiritu Santo, Sa Santos Ug Katoliko Nga Simbahan,</a:t>
            </a:r>
            <a:endParaRPr lang="en-US" sz="1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7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Panag-ambit Sa Mga Santos, Sa Pagpasaylo Sa Mga Sala,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917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Pagkabanhaw Sa Lawas Ug Sa Kinabuhing Walay Katapusan. Amen.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8683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50067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086" y="2104605"/>
            <a:ext cx="9254978" cy="2532820"/>
          </a:xfrm>
        </p:spPr>
        <p:txBody>
          <a:bodyPr>
            <a:normAutofit/>
          </a:bodyPr>
          <a:lstStyle/>
          <a:p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Tubag</a:t>
            </a:r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pangamuyo</a:t>
            </a:r>
            <a:endParaRPr lang="en-US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1994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A2AB8-5695-4B79-8CBD-87247F897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286" y="279717"/>
            <a:ext cx="11466285" cy="6328228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ID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Dios Sa </a:t>
            </a:r>
            <a:r>
              <a:rPr lang="en-ID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Kinabuhi</a:t>
            </a:r>
            <a:r>
              <a:rPr lang="en-ID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Dungga</a:t>
            </a:r>
            <a:r>
              <a:rPr lang="en-ID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 Among Pag-</a:t>
            </a:r>
            <a:r>
              <a:rPr lang="en-ID" sz="115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ampo</a:t>
            </a:r>
            <a:endParaRPr lang="en-ID" sz="1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207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endParaRPr lang="fi-FI" sz="100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8566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Santos Sacramento, Hesus Diha Sa Altar, Dayegon Saulogon, Ikaw Higugmaon</a:t>
            </a:r>
          </a:p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Higugmaon</a:t>
            </a:r>
          </a:p>
        </p:txBody>
      </p:sp>
    </p:spTree>
    <p:extLst>
      <p:ext uri="{BB962C8B-B14F-4D97-AF65-F5344CB8AC3E}">
        <p14:creationId xmlns:p14="http://schemas.microsoft.com/office/powerpoint/2010/main" val="394485095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15874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</a:t>
            </a:r>
            <a:r>
              <a:rPr lang="fi-FI" sz="11733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Pagdayeg </a:t>
            </a:r>
            <a:r>
              <a:rPr lang="fi-FI" sz="11733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 O Diyos</a:t>
            </a:r>
          </a:p>
        </p:txBody>
      </p:sp>
    </p:spTree>
    <p:extLst>
      <p:ext uri="{BB962C8B-B14F-4D97-AF65-F5344CB8AC3E}">
        <p14:creationId xmlns:p14="http://schemas.microsoft.com/office/powerpoint/2010/main" val="34747179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 mar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endParaRPr lang="fi-FI" sz="11733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593046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F321FFC-621E-4A15-BFF0-56DE765C74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Amahan Namo, Nga Ana-a Sa Mga Langit Pagdaygon Ang Imong Ngalan,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12232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C7A885-E910-4672-AFE6-E60C7271FF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Umabot Kanamo Ang Imong Gingharian </a:t>
            </a:r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Matuman Ang Imong Pagbuot,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7261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7269FA-DBD8-444A-975B-0C91E8149B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Dinhi Sa Yuta,</a:t>
            </a:r>
            <a:b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Maingon Sa La-ngit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6358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BC6933-8F7D-4800-9D91-C7991A86E9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Kalan-on Namo Sa Matag Adlaw Ihatag Kanamo Karong Adla-wa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1606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3AA3D4-2AB8-4B24-85ED-BFA9623F31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 Pasayloa Kami Sa Among Mga Sala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Maingon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Nga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Nagapasaylo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37883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Kami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Mga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Nakasala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Kanamo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Ug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Dili Mo Kami, </a:t>
            </a:r>
          </a:p>
        </p:txBody>
      </p:sp>
    </p:spTree>
    <p:extLst>
      <p:ext uri="{BB962C8B-B14F-4D97-AF65-F5344CB8AC3E}">
        <p14:creationId xmlns:p14="http://schemas.microsoft.com/office/powerpoint/2010/main" val="328497787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Itugyan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Panulay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Hinonoa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Luwasa</a:t>
            </a:r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 Kami,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Luwasa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D" sz="10000" dirty="0">
                <a:latin typeface="Arial" panose="020B0604020202020204" pitchFamily="34" charset="0"/>
                <a:cs typeface="Arial" panose="020B0604020202020204" pitchFamily="34" charset="0"/>
              </a:rPr>
              <a:t>Kami Sa </a:t>
            </a:r>
            <a:r>
              <a:rPr lang="en-ID" sz="10000" dirty="0" err="1">
                <a:latin typeface="Arial" panose="020B0604020202020204" pitchFamily="34" charset="0"/>
                <a:cs typeface="Arial" panose="020B0604020202020204" pitchFamily="34" charset="0"/>
              </a:rPr>
              <a:t>Dautan</a:t>
            </a:r>
            <a:endParaRPr lang="en-ID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51713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38908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Kalawat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cs typeface="Calibri"/>
                <a:sym typeface="Calibri"/>
              </a:rPr>
              <a:t>Gugmang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cs typeface="Calibri"/>
                <a:sym typeface="Calibri"/>
              </a:rPr>
              <a:t> Way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cs typeface="Calibri"/>
                <a:sym typeface="Calibri"/>
              </a:rPr>
              <a:t>Sukod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943163-484B-4625-9DF5-B2F5C64062E0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47F154B6-B787-4A0D-805C-875B03C43C22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F98978A0-BB5D-4BC3-B58E-AA30E82F8F5E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FDD7331D-71CD-438E-84AA-86D900850C5E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7748DAB0-BBD3-44AC-841D-C33DE89138F1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CF32990E-09CE-4523-A62F-69930B8E37BF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B12431-F073-4133-B963-4244BB14B286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FADF7859-8C9B-4E0D-A77B-EF5E1490DAF2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BC6BC061-F754-49BF-BB60-DB0D90D5596B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46A77EF9-B582-4661-A18F-0845C93A3504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4F1BB8E2-60DA-4B5C-98AF-D0232F2352F7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1B55F51D-3266-44AB-BB00-B07C034B28CC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45A758F2-F3AE-4CD3-B9A7-E47D0EF5296B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D804BA73-66A9-4F69-8BDC-D7453ED61079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CE99AC89-18D2-403F-9BA9-36D374DB881E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95606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O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Walay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Sukod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Antos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Pag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Pakamatay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Nagdan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-ag Sa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Gihiusa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Katin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-aw O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Gibati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Among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Dughan</a:t>
            </a:r>
            <a:endParaRPr lang="en-ID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Dugo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Ang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Lawas</a:t>
            </a:r>
            <a:endParaRPr lang="en-ID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 Dag-ag 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Gihigugma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Makasasala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93520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Salamat sa imong gugma 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Kasing-kasing Patuhupa Ipaambit Ta Sa Kalibutan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Maghigugmaay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Gihiusa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Salamat sa imong gugma 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46991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Kasing-kasing Patuhupa Ipaambit Ta Sa Kalibutan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68498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Maghigugmaay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Gihiusa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7476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243514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420977-8535-4F96-ABE2-E59CB7CA07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Gihiusa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229107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CFEB-6168-4113-8C5C-88A35DBE2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8AFE2-1273-4548-B392-D52A0441D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394149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Daygon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Nato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Israel</a:t>
            </a:r>
          </a:p>
        </p:txBody>
      </p:sp>
    </p:spTree>
    <p:extLst>
      <p:ext uri="{BB962C8B-B14F-4D97-AF65-F5344CB8AC3E}">
        <p14:creationId xmlns:p14="http://schemas.microsoft.com/office/powerpoint/2010/main" val="289085136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Maingon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sinugdan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karon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gihapon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katuigan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walay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katapusan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Amen</a:t>
            </a:r>
          </a:p>
        </p:txBody>
      </p:sp>
    </p:spTree>
    <p:extLst>
      <p:ext uri="{BB962C8B-B14F-4D97-AF65-F5344CB8AC3E}">
        <p14:creationId xmlns:p14="http://schemas.microsoft.com/office/powerpoint/2010/main" val="42686083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Daygon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Nato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Israel</a:t>
            </a:r>
          </a:p>
        </p:txBody>
      </p:sp>
    </p:spTree>
    <p:extLst>
      <p:ext uri="{BB962C8B-B14F-4D97-AF65-F5344CB8AC3E}">
        <p14:creationId xmlns:p14="http://schemas.microsoft.com/office/powerpoint/2010/main" val="95417962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Halad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0520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Ginoo</a:t>
            </a:r>
            <a:r>
              <a:rPr 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Dawata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C56DEA-2FAE-4EC4-9B26-84893D174CB8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FDD15112-0CD4-4D63-8841-C524CE49ED9E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10F149A2-A106-4321-B857-7C5AB84047FD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EA1D3D77-035E-480F-BFFD-0EF02A868560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FA591806-7E11-4771-8EEF-E3A90B355B0B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45298B82-6D2C-43D1-8C39-C8B53886B4FC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85E112-6336-4EFB-B16B-ABD2EAE677B0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CC2C8CF9-8E32-4A4D-9310-3D7B96A0034E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A88FDCE5-CE26-4566-8B6B-01291B5179B5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19D11663-3A11-4CD6-90D2-133120E95070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306230CB-2A09-4672-9D6A-F899F423A38C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9FA25B54-F5FE-4395-BA47-141263F10722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2AB30D0E-989B-4896-A7C0-71A9D072909D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F1A81C96-496F-47DD-8DCA-C379920489F0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E5378F84-8ED5-483D-828D-4DFE33AAFDED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668419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Halad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Pagsakripisyo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1" y="152401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Among </a:t>
            </a:r>
            <a:r>
              <a:rPr lang="en-US" sz="117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Nadawat</a:t>
            </a:r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7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Gikan</a:t>
            </a:r>
            <a:r>
              <a:rPr lang="en-US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Among, </a:t>
            </a:r>
            <a:r>
              <a:rPr lang="en-US" sz="11733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Isigkatawo</a:t>
            </a:r>
            <a:endParaRPr lang="en-US" sz="117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0131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Ginoo</a:t>
            </a:r>
            <a:br>
              <a:rPr lang="sv-SE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Among Dios</a:t>
            </a:r>
            <a:br>
              <a:rPr lang="sv-SE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733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Kahimut-i, </a:t>
            </a:r>
            <a:endParaRPr lang="en-US" sz="11733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454" y="115167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Gasa</a:t>
            </a:r>
            <a:b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Dawata Ang Grasya</a:t>
            </a:r>
            <a:b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Gikan Saimong Gugma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24840"/>
            <a:ext cx="3459480" cy="1139482"/>
          </a:xfrm>
          <a:solidFill>
            <a:schemeClr val="accent5">
              <a:lumMod val="75000"/>
            </a:schemeClr>
          </a:solidFill>
        </p:spPr>
        <p:txBody>
          <a:bodyPr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800" b="1" dirty="0" err="1">
                <a:ln/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Katapusan</a:t>
            </a:r>
            <a:endParaRPr lang="en-US" sz="4800" b="1" dirty="0">
              <a:ln/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6452" y="1474762"/>
            <a:ext cx="11445240" cy="50479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96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a typeface="Calibri"/>
                <a:cs typeface="Calibri"/>
                <a:sym typeface="Calibri"/>
              </a:rPr>
              <a:t>Tulobagon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C90B16-85A8-4ABF-AE4B-4428844575ED}"/>
              </a:ext>
            </a:extLst>
          </p:cNvPr>
          <p:cNvGrpSpPr/>
          <p:nvPr/>
        </p:nvGrpSpPr>
        <p:grpSpPr>
          <a:xfrm>
            <a:off x="10412435" y="85577"/>
            <a:ext cx="1302434" cy="1486487"/>
            <a:chOff x="10412435" y="141848"/>
            <a:chExt cx="1302434" cy="1486487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A9B790CE-E005-4554-9A7E-C32D2A418401}"/>
                </a:ext>
              </a:extLst>
            </p:cNvPr>
            <p:cNvSpPr/>
            <p:nvPr/>
          </p:nvSpPr>
          <p:spPr>
            <a:xfrm>
              <a:off x="10412435" y="14184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" name="Frame 5">
              <a:extLst>
                <a:ext uri="{FF2B5EF4-FFF2-40B4-BE49-F238E27FC236}">
                  <a16:creationId xmlns:a16="http://schemas.microsoft.com/office/drawing/2014/main" id="{2475A911-2A52-4FC8-8E04-CDB9A15D14C5}"/>
                </a:ext>
              </a:extLst>
            </p:cNvPr>
            <p:cNvSpPr/>
            <p:nvPr/>
          </p:nvSpPr>
          <p:spPr>
            <a:xfrm>
              <a:off x="10490980" y="3833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21B6D46E-A90D-48D3-8EC5-F84639F836D5}"/>
                </a:ext>
              </a:extLst>
            </p:cNvPr>
            <p:cNvSpPr/>
            <p:nvPr/>
          </p:nvSpPr>
          <p:spPr>
            <a:xfrm>
              <a:off x="10643380" y="5357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FC7D1BA6-6EE0-4B43-9373-12518A492E3D}"/>
                </a:ext>
              </a:extLst>
            </p:cNvPr>
            <p:cNvSpPr/>
            <p:nvPr/>
          </p:nvSpPr>
          <p:spPr>
            <a:xfrm>
              <a:off x="10795780" y="6881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1522C063-B0BD-4942-9D89-01D188FD7EC6}"/>
                </a:ext>
              </a:extLst>
            </p:cNvPr>
            <p:cNvSpPr/>
            <p:nvPr/>
          </p:nvSpPr>
          <p:spPr>
            <a:xfrm>
              <a:off x="10948180" y="840544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529A0F-BC28-4261-AE02-DEC9E73D5AB1}"/>
              </a:ext>
            </a:extLst>
          </p:cNvPr>
          <p:cNvGrpSpPr/>
          <p:nvPr/>
        </p:nvGrpSpPr>
        <p:grpSpPr>
          <a:xfrm>
            <a:off x="2829955" y="5681585"/>
            <a:ext cx="6407832" cy="790723"/>
            <a:chOff x="2829955" y="5737856"/>
            <a:chExt cx="6407832" cy="790723"/>
          </a:xfrm>
        </p:grpSpPr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F2AF4F5B-3455-49E7-8B07-A4774906D342}"/>
                </a:ext>
              </a:extLst>
            </p:cNvPr>
            <p:cNvSpPr/>
            <p:nvPr/>
          </p:nvSpPr>
          <p:spPr>
            <a:xfrm>
              <a:off x="2829955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ame 11">
              <a:extLst>
                <a:ext uri="{FF2B5EF4-FFF2-40B4-BE49-F238E27FC236}">
                  <a16:creationId xmlns:a16="http://schemas.microsoft.com/office/drawing/2014/main" id="{CCB78AB6-ABE2-4AD7-972C-8AC534BABAAF}"/>
                </a:ext>
              </a:extLst>
            </p:cNvPr>
            <p:cNvSpPr/>
            <p:nvPr/>
          </p:nvSpPr>
          <p:spPr>
            <a:xfrm>
              <a:off x="3642364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40C0C2E3-A7C0-4DD2-98C0-1574D316E7F0}"/>
                </a:ext>
              </a:extLst>
            </p:cNvPr>
            <p:cNvSpPr/>
            <p:nvPr/>
          </p:nvSpPr>
          <p:spPr>
            <a:xfrm>
              <a:off x="4440705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CF3E6662-6AA8-4FA0-8AED-4CE84CCB15A7}"/>
                </a:ext>
              </a:extLst>
            </p:cNvPr>
            <p:cNvSpPr/>
            <p:nvPr/>
          </p:nvSpPr>
          <p:spPr>
            <a:xfrm>
              <a:off x="5253114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ame 14">
              <a:extLst>
                <a:ext uri="{FF2B5EF4-FFF2-40B4-BE49-F238E27FC236}">
                  <a16:creationId xmlns:a16="http://schemas.microsoft.com/office/drawing/2014/main" id="{972723A5-7C45-4BC7-AE1A-69A2C216CC4D}"/>
                </a:ext>
              </a:extLst>
            </p:cNvPr>
            <p:cNvSpPr/>
            <p:nvPr/>
          </p:nvSpPr>
          <p:spPr>
            <a:xfrm>
              <a:off x="6047939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ame 15">
              <a:extLst>
                <a:ext uri="{FF2B5EF4-FFF2-40B4-BE49-F238E27FC236}">
                  <a16:creationId xmlns:a16="http://schemas.microsoft.com/office/drawing/2014/main" id="{FACEA0AD-06DF-4A78-A852-9C17031879DF}"/>
                </a:ext>
              </a:extLst>
            </p:cNvPr>
            <p:cNvSpPr/>
            <p:nvPr/>
          </p:nvSpPr>
          <p:spPr>
            <a:xfrm>
              <a:off x="6846280" y="574078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Frame 16">
              <a:extLst>
                <a:ext uri="{FF2B5EF4-FFF2-40B4-BE49-F238E27FC236}">
                  <a16:creationId xmlns:a16="http://schemas.microsoft.com/office/drawing/2014/main" id="{556FEC17-A018-42B7-AF7C-8E7980046A97}"/>
                </a:ext>
              </a:extLst>
            </p:cNvPr>
            <p:cNvSpPr/>
            <p:nvPr/>
          </p:nvSpPr>
          <p:spPr>
            <a:xfrm>
              <a:off x="7658689" y="5737858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C9980C86-3058-4A98-B036-E60A76B58C9C}"/>
                </a:ext>
              </a:extLst>
            </p:cNvPr>
            <p:cNvSpPr/>
            <p:nvPr/>
          </p:nvSpPr>
          <p:spPr>
            <a:xfrm>
              <a:off x="8471098" y="5737856"/>
              <a:ext cx="766689" cy="787791"/>
            </a:xfrm>
            <a:prstGeom prst="frame">
              <a:avLst>
                <a:gd name="adj1" fmla="val 125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994500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Walay Bisan Kinsa Nga Mabuhi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Kaugalingon Lamang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402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Walay Bisan Kinsa Nga Mamatay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Kaugalingon Lamang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7530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Adunay Tulubagon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Usag Usa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23332964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Gihiusa Sa Dios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'Yang Katawhan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5EDB3-2C91-4724-A8F1-0F55B42CD7A6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42206323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Atong Pagpangga Ug Pag-alagad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Kaigsoonan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3964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Gisangyaw Ta Ang Maayong Balita</a:t>
            </a:r>
            <a:b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Kaluwasan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13365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Dunay Tulubagon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Usag Usa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92338887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Gihiusa Sa Dios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'Yang Katawhan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5EDB3-2C91-4724-A8F1-0F55B42CD7A6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6958314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Magkaduyog Ang Panag-awit</a:t>
            </a:r>
            <a:b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a-DK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Kanasuran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3618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 Paga-ilhon Nga Anak Sa Dios Nga Amahan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35479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Dunay Tulubagon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Usag Usa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3528B6-0878-4199-A32C-AC441993D4DF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63735548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Kitang Tanan Gihiusa Sa Dios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'Yang Katawhan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15EDB3-2C91-4724-A8F1-0F55B42CD7A6}"/>
              </a:ext>
            </a:extLst>
          </p:cNvPr>
          <p:cNvSpPr/>
          <p:nvPr/>
        </p:nvSpPr>
        <p:spPr>
          <a:xfrm>
            <a:off x="506437" y="253218"/>
            <a:ext cx="1350498" cy="422031"/>
          </a:xfrm>
          <a:prstGeom prst="roundRect">
            <a:avLst/>
          </a:prstGeom>
          <a:solidFill>
            <a:schemeClr val="tx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90754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5332</TotalTime>
  <Words>1371</Words>
  <Application>Microsoft Office PowerPoint</Application>
  <PresentationFormat>Widescreen</PresentationFormat>
  <Paragraphs>189</Paragraphs>
  <Slides>130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3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PASIUNA</vt:lpstr>
      <vt:lpstr>Lungsod Nga Balaan Ani-a Ta Karon Sa Pag Dayeg</vt:lpstr>
      <vt:lpstr>Sa Himaya Ang Atong Kaluwasan Pari-anong Lungsod</vt:lpstr>
      <vt:lpstr>Hari-anong Lungsod Awit Pasalamat Tibuok Nasud Lungsod Nga Palaran</vt:lpstr>
      <vt:lpstr>Ania Ta Karon Sa Pag Awit Sa Himaya Sa Gugma</vt:lpstr>
      <vt:lpstr>Ug Pag Laum Hari-anong Lungsod Pari-anong Lungsod  </vt:lpstr>
      <vt:lpstr>Awit Pasalamat Tibuok Nasud</vt:lpstr>
      <vt:lpstr>PowerPoint Presentation</vt:lpstr>
      <vt:lpstr>Nagakompisal Ako Sa Dios Nga Makagagahom Sa Tanan, </vt:lpstr>
      <vt:lpstr>Ug Kaninyo Mga Igsoon Kay Nakalapas Ako Ug Dako Uyamot Sa Hunahuna,</vt:lpstr>
      <vt:lpstr>Sa Pulong Ug Sa Buhat, Ug Sa Wala Pagbuhat Sa Angayang Buhaton.</vt:lpstr>
      <vt:lpstr>Kay Akong Sala, Akong Sala, Akong Dakong Sala. Busa Nangamuyo Ako Kang Santa Maria, Kanunayng Birhen, </vt:lpstr>
      <vt:lpstr>Sa Tanang Mga Anghel Ug Mga Santos, Ug Kaninyo Mga Igsoon, </vt:lpstr>
      <vt:lpstr>Aron Inyo Akong I-Ampo Sa Ginoo Nga Atong Dios.</vt:lpstr>
      <vt:lpstr>Kyrie</vt:lpstr>
      <vt:lpstr>Isugid ko ang akong kasal-anan Sa walay paglimod, isugilon ko</vt:lpstr>
      <vt:lpstr>Sayod ka man nga kining a-la-ot misalig la---mang sa kaayo, kaayo mo</vt:lpstr>
      <vt:lpstr>Kaloy-on mo na, O Ginoo wagtanga Ang akong kasal-anan ug ang kaluwasan</vt:lpstr>
      <vt:lpstr>Nga akong gipa-a-bot ipakanaug -  mo</vt:lpstr>
      <vt:lpstr>PowerPoint Presentation</vt:lpstr>
      <vt:lpstr>1. Awit sa himaya</vt:lpstr>
      <vt:lpstr>Ug Kadait Sa Iyang Mga Tawo Dinhi Sa Yuta Ginoong Dios, Langitnong Hari,</vt:lpstr>
      <vt:lpstr>Dios Amahan Makagagahum Sa Tanan, Nagasimba Kami Kanimo, Nagapasalamat Kami Kanimo</vt:lpstr>
      <vt:lpstr>Nagadayeg Kami Kanimo Tungod Sa Imong Himaya</vt:lpstr>
      <vt:lpstr>Himaya Sa Dios Didto Sa La-a-ngit, Ginoong Jesu-kristo, Bugtong Anak Sa Amahan</vt:lpstr>
      <vt:lpstr>Ginoong Dios, Kordero Sa Dios, Ikaw Nagawagtang Sa Sala Sa Kalibutan, Kaloy-i Kami</vt:lpstr>
      <vt:lpstr>Ikaw Nagalingkod Sa Tuo Sa Amahan, Dawata Ang Among Pangamuyo</vt:lpstr>
      <vt:lpstr>Himaya Sa Dios Didto Sa La-a-ngit, Kay Ikaw Lamang Ang Santos, Ikaw Lamang Ang Ginoo</vt:lpstr>
      <vt:lpstr>Ikaw Lamang Ang Labing Halangdon, O Jesu-kristo</vt:lpstr>
      <vt:lpstr>Uban Sa Espiritu Santo, Diha Sa Himaya Sa Dios Nga Amahan</vt:lpstr>
      <vt:lpstr>A-men, A--men</vt:lpstr>
      <vt:lpstr>Himaya Sa Dios Didto Sa La-a-ngit</vt:lpstr>
      <vt:lpstr>2. Awit sa himaya</vt:lpstr>
      <vt:lpstr>Intro: G C D G</vt:lpstr>
      <vt:lpstr>Ug Kadait Sa Iyang Mga Tawo Dinhi Sa Yuta Ginoong Dios Langitnong Hari</vt:lpstr>
      <vt:lpstr>Dios Amahan Makagagahum Sa Tanan Nagasimba Kami Kanimo Nagapasalamat Ka Kanimo</vt:lpstr>
      <vt:lpstr>Nagadayeg Kami Kanimo Tungod Sa Imong Himaya Ginoong Jesu-kristo</vt:lpstr>
      <vt:lpstr>Bugtong Anak Sa Amahan Ginoong Dios Kordero Sa Dios</vt:lpstr>
      <vt:lpstr>Ikaw Ang Nagawagtang Sa Sala  Sa Kalibutan Kaloy I Kami</vt:lpstr>
      <vt:lpstr>Ikaw Ang Nagalingkod Sa Tuo Sa Amahan Dawata Ang Among Pangamuyo </vt:lpstr>
      <vt:lpstr>Kay Ikaw Lamang Ang Santos Ikaw Lamang Ang Ginoo</vt:lpstr>
      <vt:lpstr>Ikaw Lamang Ang Labing Halangdon O Hesu-kristo Uban Sa Ispiritu Santo Diha Sa Himaya </vt:lpstr>
      <vt:lpstr>Sa Dios nga Amahan A-men….</vt:lpstr>
      <vt:lpstr>PowerPoint Presentation</vt:lpstr>
      <vt:lpstr>Salmo tubag</vt:lpstr>
      <vt:lpstr>Kon Karun Maka-dungog Kamo Sa Iyang Tingog, Ayaw Patig-aha Ang inyong Mga Kasing Kasing</vt:lpstr>
      <vt:lpstr>Pagdayeg</vt:lpstr>
      <vt:lpstr>Pagdayeg alang kanimo, Ginoong Jesukristo</vt:lpstr>
      <vt:lpstr>Hari sa himaya nga walay katapusan.</vt:lpstr>
      <vt:lpstr>Ang pulong mo O Ginoo, Among kahayag ug kaluwasan.</vt:lpstr>
      <vt:lpstr>Pagdayeg alang kanimo, Ginoong Jesukristo</vt:lpstr>
      <vt:lpstr>Hari sa himaya nga walay katapusan.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Mituo ako sa Dios Amahan, Makagagahum sa tanan. Magbubuhat sa langit ug yuta.</vt:lpstr>
      <vt:lpstr>Mituo ako kang Hesukristo, lyang bugtong anak, atong Ginoo.</vt:lpstr>
      <vt:lpstr>Gipanamkon Siya Sa Lalang Sa Espiritu Santo Ug Natawo Ni Maria Nga Ulay.</vt:lpstr>
      <vt:lpstr>Nag-antus Siya Sa Sugo Ni Poncio Pilato, Gilansang Sa Krus, Namatay Ug Gilubong.</vt:lpstr>
      <vt:lpstr>Miadto Siya Sa Mga Nangamatay Sa Ikatulo Nga Adlaw Nabanhaw Siya.</vt:lpstr>
      <vt:lpstr>Misaka Siya Sa Langit Ug Nagalingkod Sa Tuo Sa Dios Amahan Makagagahum Sa Tanan. </vt:lpstr>
      <vt:lpstr>Mobalik Siya Aron Paghukom Sa Mga Buhi Ug Sa Mga Minatay.</vt:lpstr>
      <vt:lpstr>Nagatoo Kami Sa Espiritu Santo, Sa Santos Ug Katoliko Nga Simbahan,</vt:lpstr>
      <vt:lpstr>Sa Panag-ambit Sa Mga Santos, Sa Pagpasaylo Sa Mga Sala,</vt:lpstr>
      <vt:lpstr>Sa Pagkabanhaw Sa Lawas Ug Sa Kinabuhing Walay Katapusan. Amen.</vt:lpstr>
      <vt:lpstr>PowerPoint Presentation</vt:lpstr>
      <vt:lpstr>Tubag sa pangamuyo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Kalawat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Halad</vt:lpstr>
      <vt:lpstr>Ginoo Dawatang Mga Halad Gikan Sa Imong Pagsakripisyo Bunga Sa Gugma</vt:lpstr>
      <vt:lpstr>Nga Among Nadawat  Gikan Sa Among, Isigkatawo</vt:lpstr>
      <vt:lpstr>O Ginoo Nga Among Dios Kahimut-i, </vt:lpstr>
      <vt:lpstr>Ang Among Gasa Dawata Ang Grasya Gikan Saimong Gugma</vt:lpstr>
      <vt:lpstr>Katapusan</vt:lpstr>
      <vt:lpstr>Walay Bisan Kinsa Nga Mabuhi Sa Kaugalingon Lamang</vt:lpstr>
      <vt:lpstr>Walay Bisan Kinsa Nga Mamatay Sa Kaugalingon Lamang</vt:lpstr>
      <vt:lpstr>Kitang Tanan Adunay Tulubagon Sa Usag Usa</vt:lpstr>
      <vt:lpstr>Kitang Tanan Gihiusa Sa Dios Nga 'Yang Katawhan</vt:lpstr>
      <vt:lpstr>Sa Atong Pagpangga Ug Pag-alagad Sa Kaigsoonan</vt:lpstr>
      <vt:lpstr>Gisangyaw Ta Ang Maayong Balita Sa Kaluwasan</vt:lpstr>
      <vt:lpstr>Kitang Tanan Dunay Tulubagon Sa Usag Usa</vt:lpstr>
      <vt:lpstr>Kitang Tanan Gihiusa Sa Dios Nga 'Yang Katawhan</vt:lpstr>
      <vt:lpstr>Ug Magkaduyog Ang Panag-awit Sa Kanasuran</vt:lpstr>
      <vt:lpstr>Kita Paga-ilhon Nga Anak Sa Dios Nga Amahan</vt:lpstr>
      <vt:lpstr>Kitang Tanan Dunay Tulubagon Sa Usag Usa</vt:lpstr>
      <vt:lpstr>Kitang Tanan Gihiusa Sa Dios Nga 'Yang Katawhan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PASIUNA</dc:title>
  <dc:creator>space coder</dc:creator>
  <cp:lastModifiedBy>Dood</cp:lastModifiedBy>
  <cp:revision>496</cp:revision>
  <dcterms:created xsi:type="dcterms:W3CDTF">2024-07-06T12:27:06Z</dcterms:created>
  <dcterms:modified xsi:type="dcterms:W3CDTF">2026-03-08T01:27:52Z</dcterms:modified>
</cp:coreProperties>
</file>