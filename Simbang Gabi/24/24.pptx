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122"/>
  </p:notesMasterIdLst>
  <p:sldIdLst>
    <p:sldId id="256" r:id="rId3"/>
    <p:sldId id="634" r:id="rId4"/>
    <p:sldId id="257" r:id="rId5"/>
    <p:sldId id="664" r:id="rId6"/>
    <p:sldId id="665" r:id="rId7"/>
    <p:sldId id="666" r:id="rId8"/>
    <p:sldId id="667" r:id="rId9"/>
    <p:sldId id="668" r:id="rId10"/>
    <p:sldId id="669" r:id="rId11"/>
    <p:sldId id="670" r:id="rId12"/>
    <p:sldId id="671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601" r:id="rId24"/>
    <p:sldId id="602" r:id="rId25"/>
    <p:sldId id="279" r:id="rId26"/>
    <p:sldId id="280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618" r:id="rId46"/>
    <p:sldId id="619" r:id="rId47"/>
    <p:sldId id="620" r:id="rId48"/>
    <p:sldId id="621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566" r:id="rId70"/>
    <p:sldId id="568" r:id="rId71"/>
    <p:sldId id="567" r:id="rId72"/>
    <p:sldId id="569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54" r:id="rId84"/>
    <p:sldId id="356" r:id="rId85"/>
    <p:sldId id="357" r:id="rId86"/>
    <p:sldId id="358" r:id="rId87"/>
    <p:sldId id="572" r:id="rId88"/>
    <p:sldId id="659" r:id="rId89"/>
    <p:sldId id="573" r:id="rId90"/>
    <p:sldId id="520" r:id="rId91"/>
    <p:sldId id="660" r:id="rId92"/>
    <p:sldId id="360" r:id="rId93"/>
    <p:sldId id="592" r:id="rId94"/>
    <p:sldId id="661" r:id="rId95"/>
    <p:sldId id="574" r:id="rId96"/>
    <p:sldId id="575" r:id="rId97"/>
    <p:sldId id="662" r:id="rId98"/>
    <p:sldId id="649" r:id="rId99"/>
    <p:sldId id="650" r:id="rId100"/>
    <p:sldId id="284" r:id="rId101"/>
    <p:sldId id="501" r:id="rId102"/>
    <p:sldId id="558" r:id="rId103"/>
    <p:sldId id="630" r:id="rId104"/>
    <p:sldId id="631" r:id="rId105"/>
    <p:sldId id="632" r:id="rId106"/>
    <p:sldId id="364" r:id="rId107"/>
    <p:sldId id="365" r:id="rId108"/>
    <p:sldId id="258" r:id="rId109"/>
    <p:sldId id="636" r:id="rId110"/>
    <p:sldId id="637" r:id="rId111"/>
    <p:sldId id="638" r:id="rId112"/>
    <p:sldId id="651" r:id="rId113"/>
    <p:sldId id="652" r:id="rId114"/>
    <p:sldId id="655" r:id="rId115"/>
    <p:sldId id="656" r:id="rId116"/>
    <p:sldId id="639" r:id="rId117"/>
    <p:sldId id="653" r:id="rId118"/>
    <p:sldId id="657" r:id="rId119"/>
    <p:sldId id="658" r:id="rId120"/>
    <p:sldId id="375" r:id="rId1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63" autoAdjust="0"/>
    <p:restoredTop sz="94660"/>
  </p:normalViewPr>
  <p:slideViewPr>
    <p:cSldViewPr snapToGrid="0">
      <p:cViewPr varScale="1">
        <p:scale>
          <a:sx n="90" d="100"/>
          <a:sy n="90" d="100"/>
        </p:scale>
        <p:origin x="504" y="6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presProps" Target="presProps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viewProps" Target="viewProps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f8fd32eb22_1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7" name="Google Shape;127;g2f8fd32eb22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2243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f8fd32eb22_1_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2f8fd32eb22_1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3450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6168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08258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94669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89397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44907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42686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28609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f8fd32eb22_1_1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2f8fd32eb22_1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f8fd32eb22_1_1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2f8fd32eb22_1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f8fd32eb22_1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2f8fd32eb22_1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f8fd32eb22_1_1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2f8fd32eb22_1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f8fd32eb22_1_1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2f8fd32eb22_1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f8fd32eb22_1_1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2f8fd32eb22_1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f8fd32eb22_1_1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2f8fd32eb22_1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f8fd32eb22_1_1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2f8fd32eb22_1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f8fd32eb22_1_1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2f8fd32eb22_1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f8fd32eb22_1_1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g2f8fd32eb22_1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f8fd32eb22_1_1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g2f8fd32eb22_1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f8fd32eb22_1_1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g2f8fd32eb22_1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f8fd32eb22_1_1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2f8fd32eb22_1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f8fd32eb22_1_2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g2f8fd32eb22_1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f8fd32eb22_1_2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g2f8fd32eb22_1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f8fd32eb22_1_2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g2f8fd32eb22_1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f8fd32eb22_1_2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2f8fd32eb22_1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f8fd32eb22_1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g2f8fd32eb22_1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f8fd32eb22_1_2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2f8fd32eb22_1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f8fd32eb22_1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2f8fd32eb22_1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f8fd32eb22_1_2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2f8fd32eb22_1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f8fd32eb22_1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g2f8fd32eb22_1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f8fd32eb22_1_2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f8fd32eb22_1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f8fd32eb22_1_2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g2f8fd32eb22_1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f8fd32eb22_1_2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g2f8fd32eb22_1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f8fd32eb22_1_2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g2f8fd32eb22_1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f8fd32eb22_1_2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g2f8fd32eb22_1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f8fd32eb22_1_2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g2f8fd32eb22_1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f8fd32eb22_1_2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g2f8fd32eb22_1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f8fd32eb22_1_2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g2f8fd32eb22_1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f8fd32eb22_1_2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g2f8fd32eb22_1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f8fd32eb22_1_2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g2f8fd32eb22_1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f8fd32eb22_1_2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g2f8fd32eb22_1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f8fd32eb22_1_2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g2f8fd32eb22_1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f8fd32eb22_1_3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g2f8fd32eb22_1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f8fd32eb22_1_3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g2f8fd32eb22_1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f8fd32eb22_1_3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g2f8fd32eb22_1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f8fd32eb22_1_3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g2f8fd32eb22_1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f8fd32eb22_1_3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g2f8fd32eb22_1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f8fd32eb22_1_3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g2f8fd32eb22_1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f8fd32eb22_1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g2f8fd32eb22_1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f8fd32eb22_1_3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g2f8fd32eb22_1_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f8fd32eb22_1_3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g2f8fd32eb22_1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f8fd32eb22_1_3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g2f8fd32eb22_1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f8fd32eb22_1_3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g2f8fd32eb22_1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f8fd32eb22_1_3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g2f8fd32eb22_1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f8fd32eb22_1_3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g2f8fd32eb22_1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060506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f8fd32eb22_1_3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g2f8fd32eb22_1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375706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569866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f8fd32eb22_1_3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g2f8fd32eb22_1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192311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2f8fd32eb22_1_3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g2f8fd32eb22_1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2f8fd32eb22_1_3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g2f8fd32eb22_1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2f8fd32eb22_1_3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g2f8fd32eb22_1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2f8fd32eb22_1_3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g2f8fd32eb22_1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2f8fd32eb22_1_3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2f8fd32eb22_1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f8fd32eb22_1_3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g2f8fd32eb22_1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2f8fd32eb22_1_3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g2f8fd32eb22_1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2f8fd32eb22_1_3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g2f8fd32eb22_1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f8fd32eb22_1_3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g2f8fd32eb22_1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2f8fd32eb22_1_3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g2f8fd32eb22_1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2f8fd32eb22_1_4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g2f8fd32eb22_1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69549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2f8fd32eb22_1_4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g2f8fd32eb22_1_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518570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54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84819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2f8fd32eb22_1_5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g2f8fd32eb22_1_5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2f8fd32eb22_1_5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g2f8fd32eb22_1_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1043826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1249070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4349438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750684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454810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3161166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0416216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9215775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5352634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8255495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666106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0871998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2f8fd32eb22_1_5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g2f8fd32eb22_1_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Kay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Natawo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 Aron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Maghari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Kaayohan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Kanimo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Nga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Tanan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Kaming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Makasasala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Tabangi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Birhen</a:t>
            </a:r>
            <a:r>
              <a:rPr lang="en-US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Belen Nga </a:t>
            </a:r>
            <a:r>
              <a:rPr lang="en-US" sz="66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Inahan</a:t>
            </a:r>
            <a:endParaRPr lang="en-US" sz="66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49824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>
            <a:spLocks noGrp="1"/>
          </p:cNvSpPr>
          <p:nvPr>
            <p:ph type="title"/>
          </p:nvPr>
        </p:nvSpPr>
        <p:spPr>
          <a:xfrm>
            <a:off x="2886515" y="1698197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r>
              <a:rPr lang="en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PASIUNA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6"/>
          <p:cNvSpPr/>
          <p:nvPr/>
        </p:nvSpPr>
        <p:spPr>
          <a:xfrm>
            <a:off x="3054927" y="2951018"/>
            <a:ext cx="2867891" cy="29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en-US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Halawm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nga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gabii</a:t>
            </a:r>
            <a:endParaRPr lang="en-US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Halawom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Nga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Gabii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Natawo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Hesus</a:t>
            </a:r>
            <a:b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Bata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Makawiwili</a:t>
            </a:r>
            <a:endParaRPr lang="en-US" sz="72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73734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Anak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Buhing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Diyos</a:t>
            </a:r>
            <a:b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Manulunda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Nag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Awit</a:t>
            </a:r>
            <a:b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Tawo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Naglipay</a:t>
            </a:r>
            <a:endParaRPr lang="en-US" sz="8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53390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Kay Ang Yuta Ug Ang </a:t>
            </a: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Langit</a:t>
            </a:r>
            <a:r>
              <a:rPr lang="en-US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Karun </a:t>
            </a:r>
            <a:r>
              <a:rPr lang="en-US" sz="8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Nagti-unay</a:t>
            </a:r>
            <a:endParaRPr lang="en-US" sz="88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17431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Tana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Atong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Simbahon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Ang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Manunubos</a:t>
            </a:r>
            <a:b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Siya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Atong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Halaran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Gugmang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Bug-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</a:t>
            </a:r>
            <a:endParaRPr lang="en-US" sz="72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E117B2D-8DE7-4633-8CBC-D9F215CC4A10}"/>
              </a:ext>
            </a:extLst>
          </p:cNvPr>
          <p:cNvSpPr/>
          <p:nvPr/>
        </p:nvSpPr>
        <p:spPr>
          <a:xfrm>
            <a:off x="117871" y="107156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Koro</a:t>
            </a:r>
          </a:p>
        </p:txBody>
      </p:sp>
    </p:spTree>
    <p:extLst>
      <p:ext uri="{BB962C8B-B14F-4D97-AF65-F5344CB8AC3E}">
        <p14:creationId xmlns:p14="http://schemas.microsoft.com/office/powerpoint/2010/main" val="1918623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Halangdong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Dios Sa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Langit</a:t>
            </a:r>
            <a:b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Way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Hunong</a:t>
            </a:r>
            <a:b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Sa Yuta Ang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Panagda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-it</a:t>
            </a:r>
          </a:p>
        </p:txBody>
      </p:sp>
    </p:spTree>
    <p:extLst>
      <p:ext uri="{BB962C8B-B14F-4D97-AF65-F5344CB8AC3E}">
        <p14:creationId xmlns:p14="http://schemas.microsoft.com/office/powerpoint/2010/main" val="2846232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Tawong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Matarong</a:t>
            </a:r>
            <a:b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Awitan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Ta Si Maria Ang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Atong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Inahan</a:t>
            </a:r>
            <a:endParaRPr lang="en-US" sz="8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74169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sv-SE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Halaran Ta Sa Atong Gugma Ihatag Ang Tanan</a:t>
            </a:r>
            <a:endParaRPr lang="en-US" sz="88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25957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Tana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Atong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Simbahon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Ang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Manunubos</a:t>
            </a:r>
            <a:b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Siya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Atong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Halaran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Gugmang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Bug-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</a:t>
            </a:r>
            <a:endParaRPr lang="en-US" sz="72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65B390E-4708-41F4-A961-DEEDAE0C0FE8}"/>
              </a:ext>
            </a:extLst>
          </p:cNvPr>
          <p:cNvSpPr/>
          <p:nvPr/>
        </p:nvSpPr>
        <p:spPr>
          <a:xfrm>
            <a:off x="117871" y="107156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Koro</a:t>
            </a:r>
          </a:p>
        </p:txBody>
      </p:sp>
    </p:spTree>
    <p:extLst>
      <p:ext uri="{BB962C8B-B14F-4D97-AF65-F5344CB8AC3E}">
        <p14:creationId xmlns:p14="http://schemas.microsoft.com/office/powerpoint/2010/main" val="4244987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9"/>
          <p:cNvSpPr txBox="1">
            <a:spLocks noGrp="1"/>
          </p:cNvSpPr>
          <p:nvPr>
            <p:ph type="title"/>
          </p:nvPr>
        </p:nvSpPr>
        <p:spPr>
          <a:xfrm>
            <a:off x="1589314" y="1643768"/>
            <a:ext cx="6026834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Nagakompisal ako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0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Nagakompisal Ako Sa Dios Nga Makagagahom Sa Tanan, 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1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Kani</a:t>
            </a:r>
            <a:r>
              <a:rPr lang="en-US" sz="75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ny</a:t>
            </a:r>
            <a:r>
              <a:rPr lang="en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Mga Igsoon Kay Nakalapas Ako Ug Dako Uyamot Sa Hunahuna,</a:t>
            </a:r>
            <a:endParaRPr sz="75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2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Pulong Ug Sa Buhat, Ug Sa Wala Pagbuhat Sa Angayang Buhaton.</a:t>
            </a:r>
            <a:endParaRPr sz="75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3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Font typeface="Times New Roman"/>
              <a:buNone/>
            </a:pPr>
            <a:r>
              <a:rPr lang="en" sz="6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Kay Akong Sala, </a:t>
            </a:r>
            <a:r>
              <a:rPr lang="en-US" sz="68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Akong</a:t>
            </a:r>
            <a:r>
              <a:rPr lang="en-US" sz="6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Sala,</a:t>
            </a:r>
            <a:r>
              <a:rPr lang="en" sz="6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Akong Dakong Sala. Busa Nangamuyo Ako Kang Santa Maria, Kanunayng Birhen, </a:t>
            </a:r>
            <a:endParaRPr sz="68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4"/>
          <p:cNvSpPr txBox="1">
            <a:spLocks noGrp="1"/>
          </p:cNvSpPr>
          <p:nvPr>
            <p:ph type="title"/>
          </p:nvPr>
        </p:nvSpPr>
        <p:spPr>
          <a:xfrm>
            <a:off x="95011" y="102805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Tanang Mga Anghel Ug Mga Santos, Ug Kaninyo Mga Igsoon, 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5"/>
          <p:cNvSpPr txBox="1">
            <a:spLocks noGrp="1"/>
          </p:cNvSpPr>
          <p:nvPr>
            <p:ph type="title"/>
          </p:nvPr>
        </p:nvSpPr>
        <p:spPr>
          <a:xfrm>
            <a:off x="129301" y="91375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Aron Inyo Akong I-</a:t>
            </a:r>
            <a:r>
              <a:rPr lang="en-US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mpo Sa Ginoo Nga Atong Dios.</a:t>
            </a:r>
            <a:endParaRPr sz="75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7"/>
          <p:cNvSpPr txBox="1">
            <a:spLocks noGrp="1"/>
          </p:cNvSpPr>
          <p:nvPr>
            <p:ph type="title"/>
          </p:nvPr>
        </p:nvSpPr>
        <p:spPr>
          <a:xfrm>
            <a:off x="3332829" y="1567568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//kyrie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7"/>
          <p:cNvSpPr/>
          <p:nvPr/>
        </p:nvSpPr>
        <p:spPr>
          <a:xfrm>
            <a:off x="2887633" y="2982191"/>
            <a:ext cx="2867891" cy="29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fi-FI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Dumuol ka o emmanuel</a:t>
            </a:r>
            <a:endParaRPr lang="en-US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t">
            <a:normAutofit/>
          </a:bodyPr>
          <a:lstStyle/>
          <a:p>
            <a:pPr algn="ctr"/>
            <a:r>
              <a:rPr lang="fi-FI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Dumuol Ka O Emmanuel</a:t>
            </a:r>
            <a:br>
              <a:rPr lang="fi-FI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Luwasa Ang Binihag Nga Israel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6869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5015" y="112514"/>
            <a:ext cx="8893969" cy="4918472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fi-FI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Duawa Na Ang Israel</a:t>
            </a:r>
            <a:br>
              <a:rPr lang="fi-FI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Lipaya Na Ang Naghandom</a:t>
            </a:r>
            <a:br>
              <a:rPr lang="fi-FI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Emmanuel</a:t>
            </a:r>
            <a:endParaRPr lang="en-US" sz="862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380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pl-PL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Among Kalooy, Dako Mong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Kalooy, Amog Gipangandoy</a:t>
            </a:r>
            <a:br>
              <a:rPr lang="pl-PL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Ihatag Mo Na</a:t>
            </a:r>
            <a:endParaRPr lang="en-US" sz="7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3597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5015" y="112514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pl-PL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 Malooy Ka</a:t>
            </a:r>
            <a:endParaRPr lang="en-US" sz="862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9824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5"/>
          <p:cNvSpPr txBox="1">
            <a:spLocks noGrp="1"/>
          </p:cNvSpPr>
          <p:nvPr>
            <p:ph type="title"/>
          </p:nvPr>
        </p:nvSpPr>
        <p:spPr>
          <a:xfrm>
            <a:off x="2080972" y="1632883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Awit sa himaya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5"/>
          <p:cNvSpPr/>
          <p:nvPr/>
        </p:nvSpPr>
        <p:spPr>
          <a:xfrm>
            <a:off x="3054927" y="2951018"/>
            <a:ext cx="2867891" cy="29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Himaya sa diyos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Kadait Sa Iyang Mga Tawo Dinhi Sa Yuta Ginoong Dios, Langitnong Hari,</a:t>
            </a:r>
            <a:endParaRPr sz="75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 New Roman"/>
              <a:buNone/>
            </a:pPr>
            <a:r>
              <a:rPr lang="en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Dios Amahan Makagagahum Sa Tanan, Nagasimba Kami Kanimo, Nagapasalamat Kami Kanimo</a:t>
            </a:r>
            <a:endParaRPr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Nagadayeg Kami Kanimo Tungod Sa Imong Himaya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9"/>
          <p:cNvSpPr txBox="1">
            <a:spLocks noGrp="1"/>
          </p:cNvSpPr>
          <p:nvPr>
            <p:ph type="title"/>
          </p:nvPr>
        </p:nvSpPr>
        <p:spPr>
          <a:xfrm>
            <a:off x="148590" y="102871"/>
            <a:ext cx="8801100" cy="4880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Sa Dios Didto Sa La-a-ngit, Ginoong Jesu-kristo, Bugtong Anak Sa Amahan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Ginoong Dios, Kordero Sa Dios, Ikaw Nagawagtang Sa Sala Sa Kalibutan, Kaloy-i Kami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 Nagalingkod Sa Tuo Sa Amahan, Dawata Ang Among Pangamuyo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Sa Dios Didto Sa La-a-ngit, Kay Ikaw Lamang Ang Santos, Ikaw Lamang Ang Ginoo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6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060872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 Lamang Ang Labing Halangdon, O Jesu-kristo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Uban Sa Espiritu Santo, Diha Sa Himaya Sa Dios Nga Amahan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6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300"/>
              <a:buFont typeface="Times New Roman"/>
              <a:buNone/>
            </a:pPr>
            <a:r>
              <a:rPr lang="en" sz="8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A-men, A--men</a:t>
            </a:r>
            <a:endParaRPr sz="8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6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Sa Dios Didto Sa La-a-ngit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68"/>
          <p:cNvSpPr txBox="1">
            <a:spLocks noGrp="1"/>
          </p:cNvSpPr>
          <p:nvPr>
            <p:ph type="title"/>
          </p:nvPr>
        </p:nvSpPr>
        <p:spPr>
          <a:xfrm>
            <a:off x="2320458" y="1578455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Salmo tubag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6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Times New Roman"/>
              <a:buNone/>
            </a:pPr>
            <a:r>
              <a:rPr lang="en-US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</a:t>
            </a:r>
            <a:r>
              <a:rPr lang="en-US" sz="75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Tanang</a:t>
            </a:r>
            <a:r>
              <a:rPr lang="en-US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5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Kautlanan</a:t>
            </a:r>
            <a:r>
              <a:rPr lang="en-US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Yuta </a:t>
            </a:r>
            <a:r>
              <a:rPr lang="en-US" sz="75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Nakakita</a:t>
            </a:r>
            <a:r>
              <a:rPr lang="en-US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75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Makaluwas</a:t>
            </a:r>
            <a:r>
              <a:rPr lang="en-US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Nga </a:t>
            </a:r>
            <a:r>
              <a:rPr lang="en-US" sz="75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Gahum</a:t>
            </a:r>
            <a:r>
              <a:rPr lang="en-US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75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Diyos</a:t>
            </a:r>
            <a:endParaRPr lang="en-US" sz="75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71"/>
          <p:cNvSpPr txBox="1">
            <a:spLocks noGrp="1"/>
          </p:cNvSpPr>
          <p:nvPr>
            <p:ph type="title"/>
          </p:nvPr>
        </p:nvSpPr>
        <p:spPr>
          <a:xfrm>
            <a:off x="1672937" y="1578455"/>
            <a:ext cx="6109854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//Awit sa pagdayeg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71"/>
          <p:cNvSpPr/>
          <p:nvPr/>
        </p:nvSpPr>
        <p:spPr>
          <a:xfrm>
            <a:off x="3054927" y="2951018"/>
            <a:ext cx="2867891" cy="29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it-I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Pangitaa</a:t>
            </a:r>
            <a:endParaRPr sz="1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5143499"/>
          </a:xfrm>
        </p:spPr>
        <p:txBody>
          <a:bodyPr>
            <a:noAutofit/>
          </a:bodyPr>
          <a:lstStyle/>
          <a:p>
            <a:pPr algn="ctr"/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Pangitaa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Gingharian</a:t>
            </a:r>
            <a:b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Ang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Katarung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Dios,</a:t>
            </a:r>
            <a:endParaRPr lang="en-ID" sz="7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2740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5143499"/>
          </a:xfrm>
        </p:spPr>
        <p:txBody>
          <a:bodyPr>
            <a:noAutofit/>
          </a:bodyPr>
          <a:lstStyle/>
          <a:p>
            <a:pPr algn="ctr"/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King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Igadugang</a:t>
            </a:r>
            <a:r>
              <a:rPr lang="es-E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Kaninyo</a:t>
            </a:r>
            <a:r>
              <a:rPr lang="es-E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s-E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Aleluya</a:t>
            </a:r>
            <a:endParaRPr lang="en-ID" sz="7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751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5143499"/>
          </a:xfrm>
        </p:spPr>
        <p:txBody>
          <a:bodyPr>
            <a:noAutofit/>
          </a:bodyPr>
          <a:lstStyle/>
          <a:p>
            <a:pPr algn="ctr"/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Pangitaa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Gingharian</a:t>
            </a:r>
            <a:b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b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Ang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Katarung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Dios,</a:t>
            </a:r>
            <a:endParaRPr lang="en-ID" sz="7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DAFCB64-9DAB-4798-A8EF-B1C7556997D5}"/>
              </a:ext>
            </a:extLst>
          </p:cNvPr>
          <p:cNvSpPr/>
          <p:nvPr/>
        </p:nvSpPr>
        <p:spPr>
          <a:xfrm>
            <a:off x="3350795" y="36091"/>
            <a:ext cx="2298032" cy="5053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(A-le-</a:t>
            </a:r>
            <a:r>
              <a:rPr lang="en-US" sz="2400" dirty="0" err="1"/>
              <a:t>lu</a:t>
            </a:r>
            <a:r>
              <a:rPr lang="en-US" sz="2400" dirty="0"/>
              <a:t>-</a:t>
            </a:r>
            <a:r>
              <a:rPr lang="en-US" sz="2400" dirty="0" err="1"/>
              <a:t>ya</a:t>
            </a:r>
            <a:r>
              <a:rPr lang="en-US" sz="2400" dirty="0"/>
              <a:t>-)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B00C520-7CEC-4AD2-A89A-BBE7C6149DF4}"/>
              </a:ext>
            </a:extLst>
          </p:cNvPr>
          <p:cNvSpPr/>
          <p:nvPr/>
        </p:nvSpPr>
        <p:spPr>
          <a:xfrm>
            <a:off x="3350795" y="2337132"/>
            <a:ext cx="2298032" cy="5053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(A-le-</a:t>
            </a:r>
            <a:r>
              <a:rPr lang="en-US" sz="2400" dirty="0" err="1"/>
              <a:t>lu</a:t>
            </a:r>
            <a:r>
              <a:rPr lang="en-US" sz="2400" dirty="0"/>
              <a:t>-</a:t>
            </a:r>
            <a:r>
              <a:rPr lang="en-US" sz="2400" dirty="0" err="1"/>
              <a:t>ya</a:t>
            </a:r>
            <a:r>
              <a:rPr lang="en-US" sz="2400" dirty="0"/>
              <a:t>-)</a:t>
            </a:r>
          </a:p>
        </p:txBody>
      </p:sp>
    </p:spTree>
    <p:extLst>
      <p:ext uri="{BB962C8B-B14F-4D97-AF65-F5344CB8AC3E}">
        <p14:creationId xmlns:p14="http://schemas.microsoft.com/office/powerpoint/2010/main" val="42394799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5143499"/>
          </a:xfrm>
        </p:spPr>
        <p:txBody>
          <a:bodyPr>
            <a:noAutofit/>
          </a:bodyPr>
          <a:lstStyle/>
          <a:p>
            <a:pPr algn="ctr"/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King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Igadugang</a:t>
            </a:r>
            <a:r>
              <a:rPr lang="es-E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Kaninyo</a:t>
            </a:r>
            <a:br>
              <a:rPr lang="es-E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s-E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s-E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Aleluya</a:t>
            </a:r>
            <a:endParaRPr lang="en-ID" sz="7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CBDB299-286F-4FD7-92CD-ACEDC5D08C73}"/>
              </a:ext>
            </a:extLst>
          </p:cNvPr>
          <p:cNvSpPr/>
          <p:nvPr/>
        </p:nvSpPr>
        <p:spPr>
          <a:xfrm>
            <a:off x="3350795" y="36091"/>
            <a:ext cx="2298032" cy="5053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(A-le-</a:t>
            </a:r>
            <a:r>
              <a:rPr lang="en-US" sz="2400" dirty="0" err="1"/>
              <a:t>lu</a:t>
            </a:r>
            <a:r>
              <a:rPr lang="en-US" sz="2400" dirty="0"/>
              <a:t>-</a:t>
            </a:r>
            <a:r>
              <a:rPr lang="en-US" sz="2400" dirty="0" err="1"/>
              <a:t>ya</a:t>
            </a:r>
            <a:r>
              <a:rPr lang="en-US" sz="2400" dirty="0"/>
              <a:t>-)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671CD62-1957-4BD9-8BEA-CEBC81139905}"/>
              </a:ext>
            </a:extLst>
          </p:cNvPr>
          <p:cNvSpPr/>
          <p:nvPr/>
        </p:nvSpPr>
        <p:spPr>
          <a:xfrm>
            <a:off x="3350795" y="3028249"/>
            <a:ext cx="2298032" cy="5053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(A-le-</a:t>
            </a:r>
            <a:r>
              <a:rPr lang="en-US" sz="2400" dirty="0" err="1"/>
              <a:t>lu</a:t>
            </a:r>
            <a:r>
              <a:rPr lang="en-US" sz="2400" dirty="0"/>
              <a:t>-</a:t>
            </a:r>
            <a:r>
              <a:rPr lang="en-US" sz="2400" dirty="0" err="1"/>
              <a:t>ya</a:t>
            </a:r>
            <a:r>
              <a:rPr lang="en-US" sz="2400" dirty="0"/>
              <a:t>-)</a:t>
            </a:r>
          </a:p>
        </p:txBody>
      </p:sp>
    </p:spTree>
    <p:extLst>
      <p:ext uri="{BB962C8B-B14F-4D97-AF65-F5344CB8AC3E}">
        <p14:creationId xmlns:p14="http://schemas.microsoft.com/office/powerpoint/2010/main" val="17416574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77"/>
          <p:cNvSpPr txBox="1">
            <a:spLocks noGrp="1"/>
          </p:cNvSpPr>
          <p:nvPr>
            <p:ph type="title"/>
          </p:nvPr>
        </p:nvSpPr>
        <p:spPr>
          <a:xfrm>
            <a:off x="1937656" y="1752626"/>
            <a:ext cx="5885320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Profession of faith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78"/>
          <p:cNvSpPr txBox="1">
            <a:spLocks noGrp="1"/>
          </p:cNvSpPr>
          <p:nvPr>
            <p:ph type="subTitle" idx="1"/>
          </p:nvPr>
        </p:nvSpPr>
        <p:spPr>
          <a:xfrm>
            <a:off x="72736" y="103909"/>
            <a:ext cx="8988137" cy="4946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Nagatoo Kami Sa Usa Ka Dios, Ang Amahan, Ang Makagagahum Sa Ta- Nan, Magbubuhat Sa Langit Ug Sa Yuta,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9"/>
          <p:cNvSpPr txBox="1">
            <a:spLocks noGrp="1"/>
          </p:cNvSpPr>
          <p:nvPr>
            <p:ph type="subTitle" idx="1"/>
          </p:nvPr>
        </p:nvSpPr>
        <p:spPr>
          <a:xfrm>
            <a:off x="72736" y="103909"/>
            <a:ext cx="8988137" cy="4946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None/>
            </a:pPr>
            <a:r>
              <a:rPr lang="en" sz="6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Sa Tanang Mga Makita Ug Di Makita. Nagatoo Kami Sa Usa Ka Ginoo, Si Jesucristo, Ang Bugtong Anak Sa Dios, </a:t>
            </a:r>
            <a:endParaRPr sz="6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0"/>
          <p:cNvSpPr txBox="1">
            <a:spLocks noGrp="1"/>
          </p:cNvSpPr>
          <p:nvPr>
            <p:ph type="subTitle" idx="1"/>
          </p:nvPr>
        </p:nvSpPr>
        <p:spPr>
          <a:xfrm>
            <a:off x="72736" y="103909"/>
            <a:ext cx="8988137" cy="4946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Gianak Sa Amahan Sa Wala Pay Katuigan, Dios Gikan Sa Dios, Kahayag Gikan Sa Kaha- Yag,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81"/>
          <p:cNvSpPr txBox="1">
            <a:spLocks noGrp="1"/>
          </p:cNvSpPr>
          <p:nvPr>
            <p:ph type="body" idx="1"/>
          </p:nvPr>
        </p:nvSpPr>
        <p:spPr>
          <a:xfrm>
            <a:off x="114299" y="124692"/>
            <a:ext cx="8915401" cy="489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Matuod Nga Dios Gikan Sa Dios Nga Matuod, Gianak Dili Binuhat, Usag Kinaiya Sa Amahan.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82"/>
          <p:cNvSpPr txBox="1">
            <a:spLocks noGrp="1"/>
          </p:cNvSpPr>
          <p:nvPr>
            <p:ph type="body" idx="1"/>
          </p:nvPr>
        </p:nvSpPr>
        <p:spPr>
          <a:xfrm>
            <a:off x="114299" y="124692"/>
            <a:ext cx="8915401" cy="489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Pinaagi Kaniya Nangahimo Ang Ta- Nan. Tungod Kanatong Mga Tawo Ug Alang Sa Atong Kaluwasan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8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</a:pPr>
            <a:r>
              <a:rPr lang="en" sz="6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Mi- Kanaug Siya Gikan Sa Langit Sa Lalang Sa Espiritu Santo Nahimo Siya Nga May Lawas Gikan Ni Maria Nga U- Lay</a:t>
            </a:r>
            <a:endParaRPr sz="66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</a:pPr>
            <a:r>
              <a:rPr lang="en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Nahimong Tawo. Tungod Kanato Gilansang Siya Sa Krus Sa Sugo Ni Poncio Pilato Nag-antus Siya, Namatay Ug Gilu- Bong.</a:t>
            </a:r>
            <a:endParaRPr sz="6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85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Misaka Siya Sa Langit Ug Nagalingkod Sa Too Sa Amahan. Mobalik Siya Nga Mahimayaon A- Ron Paghukom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86"/>
          <p:cNvSpPr txBox="1">
            <a:spLocks noGrp="1"/>
          </p:cNvSpPr>
          <p:nvPr>
            <p:ph type="body" idx="1"/>
          </p:nvPr>
        </p:nvSpPr>
        <p:spPr>
          <a:xfrm>
            <a:off x="104948" y="92479"/>
            <a:ext cx="8946573" cy="4966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Mga Buhi Ug Sa Mga Minatay, Ug Ang Iyang Ging- Harian Walay Katapusan. Nagatoo Kami Sa Espiritu Santo,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87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Ginoo Ug Maghahatag Sa Kinabuhi. Na- Gagikan Siya Sa Amahan Ug Sa A- Nak.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88"/>
          <p:cNvSpPr txBox="1">
            <a:spLocks noGrp="1"/>
          </p:cNvSpPr>
          <p:nvPr>
            <p:ph type="body" idx="1"/>
          </p:nvPr>
        </p:nvSpPr>
        <p:spPr>
          <a:xfrm>
            <a:off x="103909" y="136121"/>
            <a:ext cx="8936183" cy="489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Dungan Sa Amahan Ug Sa A- Nak Gisimba Siya Ug Gihimaya, Ug Misulti Pinaagi Sa Mga Propeta.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89"/>
          <p:cNvSpPr txBox="1">
            <a:spLocks noGrp="1"/>
          </p:cNvSpPr>
          <p:nvPr>
            <p:ph type="body" idx="1"/>
          </p:nvPr>
        </p:nvSpPr>
        <p:spPr>
          <a:xfrm>
            <a:off x="81049" y="136121"/>
            <a:ext cx="8936183" cy="489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Nagatoo Kami Sa Usa, Santos, Ka- Toliko Ug Apostoliko Nga Simba- Han. Nagaila Kami Sa Usa Kabun- Yag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90"/>
          <p:cNvSpPr txBox="1">
            <a:spLocks noGrp="1"/>
          </p:cNvSpPr>
          <p:nvPr>
            <p:ph type="body" idx="1"/>
          </p:nvPr>
        </p:nvSpPr>
        <p:spPr>
          <a:xfrm>
            <a:off x="68580" y="91531"/>
            <a:ext cx="8977745" cy="4966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Alang Sa Kapasayloan Sa Mga Sala. Nagapaabot Kami Sa Pagka- Banhaw Sa Mga Minatay,.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91"/>
          <p:cNvSpPr txBox="1">
            <a:spLocks noGrp="1"/>
          </p:cNvSpPr>
          <p:nvPr>
            <p:ph type="body" idx="1"/>
          </p:nvPr>
        </p:nvSpPr>
        <p:spPr>
          <a:xfrm>
            <a:off x="68580" y="91531"/>
            <a:ext cx="8977745" cy="4966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Sa Ki- Nabuhi Sa Umaabot Nga Kalibutan. Amen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93"/>
          <p:cNvSpPr txBox="1">
            <a:spLocks noGrp="1"/>
          </p:cNvSpPr>
          <p:nvPr>
            <p:ph type="title"/>
          </p:nvPr>
        </p:nvSpPr>
        <p:spPr>
          <a:xfrm>
            <a:off x="1208315" y="1578454"/>
            <a:ext cx="6941233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Tubag sa pangamuyo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133915" y="0"/>
            <a:ext cx="8871857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</a:pPr>
            <a:r>
              <a:rPr lang="fi-FI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Diyos Sa Gugma, Dunggaa Kami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</a:pPr>
            <a:r>
              <a:rPr lang="fi-FI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Santos Sacramento, Hesus Diha Sa Altar, Dayegon Saulogon, Ikaw Higugmaon</a:t>
            </a:r>
          </a:p>
          <a:p>
            <a:pPr marL="0" lvl="0" indent="0" algn="ctr">
              <a:spcBef>
                <a:spcPts val="0"/>
              </a:spcBef>
              <a:buClr>
                <a:schemeClr val="lt1"/>
              </a:buClr>
              <a:buSzPts val="9000"/>
              <a:buNone/>
            </a:pPr>
            <a:r>
              <a:rPr lang="fi-FI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 Higugmaon</a:t>
            </a:r>
          </a:p>
        </p:txBody>
      </p:sp>
    </p:spTree>
    <p:extLst>
      <p:ext uri="{BB962C8B-B14F-4D97-AF65-F5344CB8AC3E}">
        <p14:creationId xmlns:p14="http://schemas.microsoft.com/office/powerpoint/2010/main" val="394485095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07434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</a:pPr>
            <a:r>
              <a:rPr lang="fi-FI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</a:t>
            </a:r>
            <a:r>
              <a:rPr lang="fi-FI" sz="8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Pagdayeg </a:t>
            </a:r>
            <a:r>
              <a:rPr lang="fi-FI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Kanimo O Diyos</a:t>
            </a:r>
          </a:p>
        </p:txBody>
      </p:sp>
    </p:spTree>
    <p:extLst>
      <p:ext uri="{BB962C8B-B14F-4D97-AF65-F5344CB8AC3E}">
        <p14:creationId xmlns:p14="http://schemas.microsoft.com/office/powerpoint/2010/main" val="170315874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272069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96"/>
          <p:cNvSpPr txBox="1">
            <a:spLocks noGrp="1"/>
          </p:cNvSpPr>
          <p:nvPr>
            <p:ph type="title"/>
          </p:nvPr>
        </p:nvSpPr>
        <p:spPr>
          <a:xfrm>
            <a:off x="2202767" y="1651190"/>
            <a:ext cx="6941233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Amahan namo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9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Amahan Namo, Nga Ana-a Sa Mga Langit Pagdaygon Ang Imong Ngalan,</a:t>
            </a:r>
            <a:endParaRPr sz="75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9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Umabot Kanamo Ang Imong Gingharian Matuman Ang Imong Pagbuot,</a:t>
            </a:r>
            <a:endParaRPr sz="75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9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Dinhi Sa Yuta,</a:t>
            </a:r>
            <a:b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Maingon Sa La-ngit</a:t>
            </a:r>
            <a:endParaRPr sz="75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0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Kalan-on Namo Sa Matag Adlaw Ihatag Kanamo Karong Adla-wa</a:t>
            </a:r>
            <a:endParaRPr sz="75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0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Pasayloa Kami Sa Among Mga Sala Maingon Nga Nagapasaylo</a:t>
            </a:r>
            <a:endParaRPr sz="75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0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Kami Sa Mga Nakasala Kanamo, Ug Dili Mo Kami, </a:t>
            </a:r>
            <a:endParaRPr sz="75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0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Itugyan Sa Panulay, Hinono-a Luwasa Kami, Luwasa</a:t>
            </a:r>
            <a:endParaRPr sz="75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Kami Sa Dautan</a:t>
            </a:r>
            <a:endParaRPr sz="75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05"/>
          <p:cNvSpPr txBox="1">
            <a:spLocks noGrp="1"/>
          </p:cNvSpPr>
          <p:nvPr>
            <p:ph type="title"/>
          </p:nvPr>
        </p:nvSpPr>
        <p:spPr>
          <a:xfrm>
            <a:off x="2984486" y="1524026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r>
              <a:rPr lang="en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kalawat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05"/>
          <p:cNvSpPr/>
          <p:nvPr/>
        </p:nvSpPr>
        <p:spPr>
          <a:xfrm>
            <a:off x="2836718" y="2951018"/>
            <a:ext cx="2867891" cy="29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Dali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Kamo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Igsoon</a:t>
            </a:r>
            <a:endParaRPr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-63615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Dali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Kamo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Igsoon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Dali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Ngari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Bethlehem</a:t>
            </a:r>
          </a:p>
          <a:p>
            <a:pPr algn="ctr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Sud-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onga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Ninyo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Batang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Diosnon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89277037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Paglaum</a:t>
            </a:r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3224381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Dali,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Manimba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Kita, Ang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Diosnong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Bata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Natawo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</a:t>
            </a:r>
          </a:p>
          <a:p>
            <a:pPr algn="ctr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Dali Mag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Awit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Kita, </a:t>
            </a:r>
          </a:p>
          <a:p>
            <a:pPr algn="ctr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-- Le,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Aleluya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1002B7E-E3BA-4D8E-9EE2-D9B8E5C6521C}"/>
              </a:ext>
            </a:extLst>
          </p:cNvPr>
          <p:cNvSpPr/>
          <p:nvPr/>
        </p:nvSpPr>
        <p:spPr>
          <a:xfrm>
            <a:off x="82703" y="4694230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Koro</a:t>
            </a:r>
          </a:p>
        </p:txBody>
      </p:sp>
    </p:spTree>
    <p:extLst>
      <p:ext uri="{BB962C8B-B14F-4D97-AF65-F5344CB8AC3E}">
        <p14:creationId xmlns:p14="http://schemas.microsoft.com/office/powerpoint/2010/main" val="381828245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Dali </a:t>
            </a:r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Kamo</a:t>
            </a:r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Igsoon</a:t>
            </a:r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Dali </a:t>
            </a:r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Ngari</a:t>
            </a:r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Bethlehem</a:t>
            </a:r>
          </a:p>
        </p:txBody>
      </p:sp>
    </p:spTree>
    <p:extLst>
      <p:ext uri="{BB962C8B-B14F-4D97-AF65-F5344CB8AC3E}">
        <p14:creationId xmlns:p14="http://schemas.microsoft.com/office/powerpoint/2010/main" val="119121954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Awitan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Nato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Manunubos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Ang </a:t>
            </a:r>
            <a:r>
              <a:rPr lang="en-US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US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Atong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Dios</a:t>
            </a:r>
          </a:p>
        </p:txBody>
      </p:sp>
    </p:spTree>
    <p:extLst>
      <p:ext uri="{BB962C8B-B14F-4D97-AF65-F5344CB8AC3E}">
        <p14:creationId xmlns:p14="http://schemas.microsoft.com/office/powerpoint/2010/main" val="24732021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Dali,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Manimba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Kita, Ang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Diosnong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Bata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Natawo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</a:t>
            </a:r>
          </a:p>
          <a:p>
            <a:pPr algn="ctr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Dali Mag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Awit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Kita, </a:t>
            </a:r>
          </a:p>
          <a:p>
            <a:pPr algn="ctr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-- Le,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Aleluya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1002B7E-E3BA-4D8E-9EE2-D9B8E5C6521C}"/>
              </a:ext>
            </a:extLst>
          </p:cNvPr>
          <p:cNvSpPr/>
          <p:nvPr/>
        </p:nvSpPr>
        <p:spPr>
          <a:xfrm>
            <a:off x="82703" y="4694230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Koro</a:t>
            </a:r>
          </a:p>
        </p:txBody>
      </p:sp>
    </p:spTree>
    <p:extLst>
      <p:ext uri="{BB962C8B-B14F-4D97-AF65-F5344CB8AC3E}">
        <p14:creationId xmlns:p14="http://schemas.microsoft.com/office/powerpoint/2010/main" val="96405804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Dali </a:t>
            </a:r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Kamo</a:t>
            </a:r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Igsoon</a:t>
            </a:r>
            <a:endParaRPr lang="en-ID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Dali </a:t>
            </a:r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Dawaton</a:t>
            </a:r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</a:t>
            </a:r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Siya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02690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72CF71-ED5C-E157-3444-35BD2EDBE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25B3B90-E645-7A08-664B-FE3A4B6D864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Dawaton Nato Sa Paghigugma Ang Bata Sa Kahiusa.</a:t>
            </a:r>
            <a:endParaRPr lang="sv-SE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65287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Dali,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Manimba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Kita, Ang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Diosnong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Bata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Natawo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</a:t>
            </a:r>
          </a:p>
          <a:p>
            <a:pPr algn="ctr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Dali Mag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Awit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Kita, </a:t>
            </a:r>
          </a:p>
          <a:p>
            <a:pPr algn="ctr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-- Le,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Aleluya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1002B7E-E3BA-4D8E-9EE2-D9B8E5C6521C}"/>
              </a:ext>
            </a:extLst>
          </p:cNvPr>
          <p:cNvSpPr/>
          <p:nvPr/>
        </p:nvSpPr>
        <p:spPr>
          <a:xfrm>
            <a:off x="82703" y="4694230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Koro</a:t>
            </a:r>
          </a:p>
        </p:txBody>
      </p:sp>
    </p:spTree>
    <p:extLst>
      <p:ext uri="{BB962C8B-B14F-4D97-AF65-F5344CB8AC3E}">
        <p14:creationId xmlns:p14="http://schemas.microsoft.com/office/powerpoint/2010/main" val="27530814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Dali </a:t>
            </a:r>
            <a:r>
              <a:rPr lang="en-US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Kamo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Igsoon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Dali, </a:t>
            </a:r>
            <a:r>
              <a:rPr lang="en-US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Uban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Pagmaya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692721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Himaya</a:t>
            </a:r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Alang</a:t>
            </a:r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Kanimo</a:t>
            </a:r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Lamang</a:t>
            </a:r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 Hari Sa </a:t>
            </a:r>
            <a:r>
              <a:rPr lang="en-ID" sz="8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Kalangitan</a:t>
            </a:r>
            <a:r>
              <a:rPr lang="en-ID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558575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Dali,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Manimba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Kita, Ang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Diosnong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Bata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Natawo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</a:t>
            </a:r>
          </a:p>
          <a:p>
            <a:pPr algn="ctr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Dali Mag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Awit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Kita, </a:t>
            </a:r>
          </a:p>
          <a:p>
            <a:pPr algn="ctr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-- Le,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Aleluya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1002B7E-E3BA-4D8E-9EE2-D9B8E5C6521C}"/>
              </a:ext>
            </a:extLst>
          </p:cNvPr>
          <p:cNvSpPr/>
          <p:nvPr/>
        </p:nvSpPr>
        <p:spPr>
          <a:xfrm>
            <a:off x="82703" y="4694230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Koro</a:t>
            </a:r>
          </a:p>
        </p:txBody>
      </p:sp>
    </p:spTree>
    <p:extLst>
      <p:ext uri="{BB962C8B-B14F-4D97-AF65-F5344CB8AC3E}">
        <p14:creationId xmlns:p14="http://schemas.microsoft.com/office/powerpoint/2010/main" val="12764276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Dali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Kamo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Igsoon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Dali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Duyugan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Siya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27106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-9525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Kahayag Man O Kangitngitan, Kalipay O Kasakitan</a:t>
            </a:r>
            <a:endParaRPr lang="en-ID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30398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Dali,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Manimba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Kita, Ang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Diosnong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Bata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Natawo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</a:t>
            </a:r>
          </a:p>
          <a:p>
            <a:pPr algn="ctr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Dali Mag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Awit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Kita, </a:t>
            </a:r>
          </a:p>
          <a:p>
            <a:pPr algn="ctr"/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-- Le, </a:t>
            </a:r>
            <a:r>
              <a:rPr lang="en-US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Aleluya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1002B7E-E3BA-4D8E-9EE2-D9B8E5C6521C}"/>
              </a:ext>
            </a:extLst>
          </p:cNvPr>
          <p:cNvSpPr/>
          <p:nvPr/>
        </p:nvSpPr>
        <p:spPr>
          <a:xfrm>
            <a:off x="82703" y="4694230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Koro</a:t>
            </a:r>
          </a:p>
        </p:txBody>
      </p:sp>
    </p:spTree>
    <p:extLst>
      <p:ext uri="{BB962C8B-B14F-4D97-AF65-F5344CB8AC3E}">
        <p14:creationId xmlns:p14="http://schemas.microsoft.com/office/powerpoint/2010/main" val="84764457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679401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17"/>
          <p:cNvSpPr txBox="1">
            <a:spLocks noGrp="1"/>
          </p:cNvSpPr>
          <p:nvPr>
            <p:ph type="title"/>
          </p:nvPr>
        </p:nvSpPr>
        <p:spPr>
          <a:xfrm>
            <a:off x="3332829" y="1567568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//Halad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17"/>
          <p:cNvSpPr/>
          <p:nvPr/>
        </p:nvSpPr>
        <p:spPr>
          <a:xfrm>
            <a:off x="2939588" y="2848148"/>
            <a:ext cx="2867891" cy="226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ning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adlaw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pasko</a:t>
            </a:r>
            <a:endParaRPr sz="1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380009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378" y="96271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Ning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Adlaw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Pasko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Miabot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May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Diutay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Kong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Gasa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Kanimo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Bisan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Takus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Wala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Koy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Bulawan</a:t>
            </a:r>
            <a:endParaRPr lang="en-US" sz="6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14329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02870" y="114301"/>
            <a:ext cx="8893969" cy="4918472"/>
          </a:xfrm>
        </p:spPr>
        <p:txBody>
          <a:bodyPr anchor="ctr" anchorCtr="0">
            <a:no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Ikagasa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Koy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Pulong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Malitok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Uban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42815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2188487-C858-4B4D-8964-9023F4FD7CF1}"/>
              </a:ext>
            </a:extLst>
          </p:cNvPr>
          <p:cNvSpPr txBox="1">
            <a:spLocks/>
          </p:cNvSpPr>
          <p:nvPr/>
        </p:nvSpPr>
        <p:spPr>
          <a:xfrm>
            <a:off x="102870" y="114301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sv-SE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Kining Akong Awit Kabus Nakong</a:t>
            </a:r>
          </a:p>
          <a:p>
            <a:r>
              <a:rPr lang="sv-SE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Awit Hinatag Sa Langit Ug Imo Karun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59895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378" y="96271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Ning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Adlaw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Pasko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Miabot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May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Diutay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Kong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Gasa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Kanimo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Bisan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Takus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Wala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Koy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Bulawan</a:t>
            </a:r>
            <a:endParaRPr lang="en-US" sz="6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07686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02870" y="114301"/>
            <a:ext cx="8893969" cy="4918472"/>
          </a:xfrm>
        </p:spPr>
        <p:txBody>
          <a:bodyPr anchor="ctr" anchorCtr="0">
            <a:no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Ikagasa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Koy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Pulong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Malitok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Uban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75756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2188487-C858-4B4D-8964-9023F4FD7CF1}"/>
              </a:ext>
            </a:extLst>
          </p:cNvPr>
          <p:cNvSpPr txBox="1">
            <a:spLocks/>
          </p:cNvSpPr>
          <p:nvPr/>
        </p:nvSpPr>
        <p:spPr>
          <a:xfrm>
            <a:off x="102870" y="114301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sv-SE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Kining Akong Awit Kabus Nakong</a:t>
            </a:r>
          </a:p>
          <a:p>
            <a:r>
              <a:rPr lang="sv-SE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Awit Hinatag Sa Langit Ug Imo Karun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584451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34"/>
          <p:cNvSpPr txBox="1">
            <a:spLocks noGrp="1"/>
          </p:cNvSpPr>
          <p:nvPr>
            <p:ph type="title"/>
          </p:nvPr>
        </p:nvSpPr>
        <p:spPr>
          <a:xfrm>
            <a:off x="1796143" y="1723157"/>
            <a:ext cx="6353405" cy="1744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r>
              <a:rPr lang="en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Katapusang awit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134"/>
          <p:cNvSpPr/>
          <p:nvPr/>
        </p:nvSpPr>
        <p:spPr>
          <a:xfrm>
            <a:off x="3013362" y="2974848"/>
            <a:ext cx="2867891" cy="267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en-US" sz="14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Diosnong</a:t>
            </a:r>
            <a:r>
              <a:rPr lang="en-US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Bata</a:t>
            </a:r>
            <a:endParaRPr sz="1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Diosnong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Bata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Nagpakatawo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Na,</a:t>
            </a:r>
            <a:b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Bethlehem,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Aleluya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1620375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Bugtong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Kalipay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Herusalem</a:t>
            </a:r>
            <a:b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Aleluya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Aleluya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80234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" y="107156"/>
            <a:ext cx="9011840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Magmalipayon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Kitang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Tanan</a:t>
            </a:r>
            <a:b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Natawo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 Si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Hesus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Nga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Bulahan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C5F13-0158-4073-9CAF-ABA02823453B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22297682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Pagsimba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Atong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Awiton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b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Aleluya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64B9059-4ED6-4E8D-AD34-32D3511C2652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298067236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Diosnong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Bata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Nagpakatawo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Na,</a:t>
            </a:r>
            <a:b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Bethlehem,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Aleluya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425768145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" y="107156"/>
            <a:ext cx="9011840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Bugtong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Kalipay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Herusalem</a:t>
            </a:r>
            <a:b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Aleluya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Aleluya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297014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" y="107156"/>
            <a:ext cx="9011840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Magmalipayon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Kitang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Tanan</a:t>
            </a:r>
            <a:b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Natawo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 Si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Hesus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Nga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Bulahan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C5F13-0158-4073-9CAF-ABA02823453B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188996879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Pagsimba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Atong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Awiton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b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Aleluya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64B9059-4ED6-4E8D-AD34-32D3511C2652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145077910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Mga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Anghel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Kahitas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-an</a:t>
            </a:r>
            <a:b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Nanag-awit,aleluya</a:t>
            </a:r>
            <a:endParaRPr lang="en-US" sz="8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9732845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Niining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Gabii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Nga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Mangitngit</a:t>
            </a:r>
            <a:b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Aleluya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Aleluya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32094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" y="107156"/>
            <a:ext cx="9011840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Magmalipayon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Kitang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Tanan</a:t>
            </a:r>
            <a:b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Natawo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 Si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Hesus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Nga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Bulahan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CC5F13-0158-4073-9CAF-ABA02823453B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218029482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Pagsimba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Atong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Awiton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b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Aleluya</a:t>
            </a: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64B9059-4ED6-4E8D-AD34-32D3511C2652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387368669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1547</TotalTime>
  <Words>1256</Words>
  <Application>Microsoft Office PowerPoint</Application>
  <PresentationFormat>On-screen Show (16:9)</PresentationFormat>
  <Paragraphs>147</Paragraphs>
  <Slides>119</Slides>
  <Notes>92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119</vt:i4>
      </vt:variant>
    </vt:vector>
  </HeadingPairs>
  <TitlesOfParts>
    <vt:vector size="124" baseType="lpstr">
      <vt:lpstr>Arial</vt:lpstr>
      <vt:lpstr>Calibri</vt:lpstr>
      <vt:lpstr>Times New Roman</vt:lpstr>
      <vt:lpstr>Simple Light</vt:lpstr>
      <vt:lpstr>Office Theme</vt:lpstr>
      <vt:lpstr>PowerPoint Presentation</vt:lpstr>
      <vt:lpstr>Kay Natawo Ka Aron Maghari Kaayohan Kanimo Nga Tanan Kaming Makasasala Tabangi Birhen Sa Belen Nga Inahan</vt:lpstr>
      <vt:lpstr>//PASIUNA</vt:lpstr>
      <vt:lpstr>Sa Halawom Nga Gabii Natawo Si Hesus Ang Bata Makawiwili</vt:lpstr>
      <vt:lpstr>Anak Sa Buhing Diyos Ang Manulunda Nag Awit Ang Tawo Naglipay</vt:lpstr>
      <vt:lpstr>Kay Ang Yuta Ug Ang Langit Karun Nagti-unay</vt:lpstr>
      <vt:lpstr>Tana Atong Simbahon Ang Manunubos Siya Atong Halaran Sa Gugmang Bug-os</vt:lpstr>
      <vt:lpstr>Sa Halangdong Dios Sa Langit Himaya Way Hunong Ug Sa Yuta Ang Panagda-it</vt:lpstr>
      <vt:lpstr>Sa Tawong Matarong Awitan Ta Si Maria Ang Atong Inahan</vt:lpstr>
      <vt:lpstr>Halaran Ta Sa Atong Gugma Ihatag Ang Tanan</vt:lpstr>
      <vt:lpstr>Tana Atong Simbahon Ang Manunubos Siya Atong Halaran Sa Gugmang Bug-os</vt:lpstr>
      <vt:lpstr>PowerPoint Presentation</vt:lpstr>
      <vt:lpstr>Nagakompisal ako</vt:lpstr>
      <vt:lpstr>Nagakompisal Ako Sa Dios Nga Makagagahom Sa Tanan, </vt:lpstr>
      <vt:lpstr>Ug Kaninyo Mga Igsoon Kay Nakalapas Ako Ug Dako Uyamot Sa Hunahuna,</vt:lpstr>
      <vt:lpstr>Sa Pulong Ug Sa Buhat, Ug Sa Wala Pagbuhat Sa Angayang Buhaton.</vt:lpstr>
      <vt:lpstr>Kay Akong Sala, Akong Sala, Akong Dakong Sala. Busa Nangamuyo Ako Kang Santa Maria, Kanunayng Birhen, </vt:lpstr>
      <vt:lpstr>Sa Tanang Mga Anghel Ug Mga Santos, Ug Kaninyo Mga Igsoon, </vt:lpstr>
      <vt:lpstr>Aron Inyo Akong I-Ampo Sa Ginoo Nga Atong Dios.</vt:lpstr>
      <vt:lpstr>PowerPoint Presentation</vt:lpstr>
      <vt:lpstr>//kyrie</vt:lpstr>
      <vt:lpstr>Dumuol Ka O Emmanuel Ug Luwasa Ang Binihag Nga Israel</vt:lpstr>
      <vt:lpstr>Duawa Na Ang Israel Lipaya Na Ang Naghandom Sa Emmanuel</vt:lpstr>
      <vt:lpstr>Ang Among Kalooy, Dako Mong Kalooy, Amog Gipangandoy Ihatag Mo Na</vt:lpstr>
      <vt:lpstr>Ginoo Malooy Ka</vt:lpstr>
      <vt:lpstr>PowerPoint Presentation</vt:lpstr>
      <vt:lpstr>Awit sa himaya</vt:lpstr>
      <vt:lpstr>Ug Kadait Sa Iyang Mga Tawo Dinhi Sa Yuta Ginoong Dios, Langitnong Hari,</vt:lpstr>
      <vt:lpstr>Dios Amahan Makagagahum Sa Tanan, Nagasimba Kami Kanimo, Nagapasalamat Kami Kanimo</vt:lpstr>
      <vt:lpstr>Nagadayeg Kami Kanimo Tungod Sa Imong Himaya</vt:lpstr>
      <vt:lpstr>Himaya Sa Dios Didto Sa La-a-ngit, Ginoong Jesu-kristo, Bugtong Anak Sa Amahan</vt:lpstr>
      <vt:lpstr>Ginoong Dios, Kordero Sa Dios, Ikaw Nagawagtang Sa Sala Sa Kalibutan, Kaloy-i Kami</vt:lpstr>
      <vt:lpstr>Ikaw Nagalingkod Sa Tuo Sa Amahan, Dawata Ang Among Pangamuyo</vt:lpstr>
      <vt:lpstr>Himaya Sa Dios Didto Sa La-a-ngit, Kay Ikaw Lamang Ang Santos, Ikaw Lamang Ang Ginoo</vt:lpstr>
      <vt:lpstr>Ikaw Lamang Ang Labing Halangdon, O Jesu-kristo</vt:lpstr>
      <vt:lpstr>Uban Sa Espiritu Santo, Diha Sa Himaya Sa Dios Nga Amahan</vt:lpstr>
      <vt:lpstr>A-men, A--men</vt:lpstr>
      <vt:lpstr>Himaya Sa Dios Didto Sa La-a-ngit</vt:lpstr>
      <vt:lpstr>PowerPoint Presentation</vt:lpstr>
      <vt:lpstr>Salmo tubag</vt:lpstr>
      <vt:lpstr>Ang Tanang Kautlanan Sa Yuta Nakakita Sa Makaluwas Nga Gahum Sa Diyos</vt:lpstr>
      <vt:lpstr>PowerPoint Presentation</vt:lpstr>
      <vt:lpstr>//Awit sa pagdayeg</vt:lpstr>
      <vt:lpstr>Pangitaa Ang Gingharian Ug Ang Katarung Sa Dios,</vt:lpstr>
      <vt:lpstr>Ug King Tanan Igadugang Kaninyo Alelu, Aleluya</vt:lpstr>
      <vt:lpstr>Pangitaa Ang Gingharian d Ug Ang Katarung Sa Dios,</vt:lpstr>
      <vt:lpstr>Ug King Tanan Igadugang Kaninyo   Alelu, Aleluya</vt:lpstr>
      <vt:lpstr>PowerPoint Presentation</vt:lpstr>
      <vt:lpstr>Profession of faith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Tubag sa pangamuyo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Amahan namo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//kalawat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//Halad</vt:lpstr>
      <vt:lpstr>Ning Adlaw Sa Pasko Nga Miabot, May Diutay Kong Gasa Kanimo, Bisan Di Takus Wala Koy Bulawan</vt:lpstr>
      <vt:lpstr>Sarang Ikagasa Ug Wa Koy Pulong Nga Wa Malitok Sa Uban</vt:lpstr>
      <vt:lpstr>PowerPoint Presentation</vt:lpstr>
      <vt:lpstr>Ning Adlaw Sa Pasko Nga Miabot, May Diutay Kong Gasa Kanimo, Bisan Di Takus Wala Koy Bulawan</vt:lpstr>
      <vt:lpstr>Sarang Ikagasa Ug Wa Koy Pulong Nga Wa Malitok Sa Uban</vt:lpstr>
      <vt:lpstr>PowerPoint Presentation</vt:lpstr>
      <vt:lpstr>PowerPoint Presentation</vt:lpstr>
      <vt:lpstr>//Katapusang awit</vt:lpstr>
      <vt:lpstr>Ang Diosnong Bata Nagpakatawo Na, Sa Bethlehem, Aleluya,</vt:lpstr>
      <vt:lpstr>Bugtong Kalipay Sa Herusalem Aleluya, Aleluya.</vt:lpstr>
      <vt:lpstr>Magmalipayon Kitang Tanan Natawo Na Si Hesus Nga Bulahan.</vt:lpstr>
      <vt:lpstr>Sa Pagsimba Atong Awiton, Aleluya.</vt:lpstr>
      <vt:lpstr>Ang Diosnong Bata Nagpakatawo Na, Sa Bethlehem, Aleluya,</vt:lpstr>
      <vt:lpstr>Bugtong Kalipay Sa Herusalem Aleluya, Aleluya.</vt:lpstr>
      <vt:lpstr>Magmalipayon Kitang Tanan Natawo Na Si Hesus Nga Bulahan.</vt:lpstr>
      <vt:lpstr>Sa Pagsimba Atong Awiton, Aleluya.</vt:lpstr>
      <vt:lpstr>Ang Mga Anghel Sa Kahitas-an Nanag-awit,aleluya</vt:lpstr>
      <vt:lpstr>Niining Gabii Nga Mangitngit Aleluya, Aleluya.</vt:lpstr>
      <vt:lpstr>Magmalipayon Kitang Tanan Natawo Na Si Hesus Nga Bulahan.</vt:lpstr>
      <vt:lpstr>Sa Pagsimba Atong Awiton, Aleluya.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Admin</cp:lastModifiedBy>
  <cp:revision>191</cp:revision>
  <dcterms:modified xsi:type="dcterms:W3CDTF">2024-12-25T01:26:59Z</dcterms:modified>
</cp:coreProperties>
</file>