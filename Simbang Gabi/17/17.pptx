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27"/>
  </p:notesMasterIdLst>
  <p:sldIdLst>
    <p:sldId id="256" r:id="rId3"/>
    <p:sldId id="634" r:id="rId4"/>
    <p:sldId id="257" r:id="rId5"/>
    <p:sldId id="258" r:id="rId6"/>
    <p:sldId id="636" r:id="rId7"/>
    <p:sldId id="637" r:id="rId8"/>
    <p:sldId id="638" r:id="rId9"/>
    <p:sldId id="639" r:id="rId10"/>
    <p:sldId id="640" r:id="rId11"/>
    <p:sldId id="641" r:id="rId12"/>
    <p:sldId id="642" r:id="rId13"/>
    <p:sldId id="643" r:id="rId14"/>
    <p:sldId id="644" r:id="rId15"/>
    <p:sldId id="646" r:id="rId16"/>
    <p:sldId id="635" r:id="rId17"/>
    <p:sldId id="259" r:id="rId18"/>
    <p:sldId id="260" r:id="rId19"/>
    <p:sldId id="588" r:id="rId20"/>
    <p:sldId id="589" r:id="rId21"/>
    <p:sldId id="261" r:id="rId22"/>
    <p:sldId id="590" r:id="rId23"/>
    <p:sldId id="591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601" r:id="rId35"/>
    <p:sldId id="602" r:id="rId36"/>
    <p:sldId id="279" r:id="rId37"/>
    <p:sldId id="280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618" r:id="rId57"/>
    <p:sldId id="619" r:id="rId58"/>
    <p:sldId id="620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566" r:id="rId80"/>
    <p:sldId id="568" r:id="rId81"/>
    <p:sldId id="567" r:id="rId82"/>
    <p:sldId id="569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54" r:id="rId94"/>
    <p:sldId id="356" r:id="rId95"/>
    <p:sldId id="357" r:id="rId96"/>
    <p:sldId id="358" r:id="rId97"/>
    <p:sldId id="572" r:id="rId98"/>
    <p:sldId id="573" r:id="rId99"/>
    <p:sldId id="520" r:id="rId100"/>
    <p:sldId id="360" r:id="rId101"/>
    <p:sldId id="592" r:id="rId102"/>
    <p:sldId id="574" r:id="rId103"/>
    <p:sldId id="575" r:id="rId104"/>
    <p:sldId id="649" r:id="rId105"/>
    <p:sldId id="560" r:id="rId106"/>
    <p:sldId id="361" r:id="rId107"/>
    <p:sldId id="593" r:id="rId108"/>
    <p:sldId id="650" r:id="rId109"/>
    <p:sldId id="284" r:id="rId110"/>
    <p:sldId id="501" r:id="rId111"/>
    <p:sldId id="558" r:id="rId112"/>
    <p:sldId id="630" r:id="rId113"/>
    <p:sldId id="631" r:id="rId114"/>
    <p:sldId id="632" r:id="rId115"/>
    <p:sldId id="364" r:id="rId116"/>
    <p:sldId id="365" r:id="rId117"/>
    <p:sldId id="468" r:id="rId118"/>
    <p:sldId id="469" r:id="rId119"/>
    <p:sldId id="470" r:id="rId120"/>
    <p:sldId id="471" r:id="rId121"/>
    <p:sldId id="472" r:id="rId122"/>
    <p:sldId id="546" r:id="rId123"/>
    <p:sldId id="570" r:id="rId124"/>
    <p:sldId id="571" r:id="rId125"/>
    <p:sldId id="375" r:id="rId1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6" y="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theme" Target="theme/theme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43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497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15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756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02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449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914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357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671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0159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458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561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6636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6758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5200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640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9549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18570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4819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Aron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Maghari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Kaayohan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Kaming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Makasasala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Tabangi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Birhen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Belen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Inahan</a:t>
            </a:r>
            <a:endParaRPr lang="en-US"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982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Paglipay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kamo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kaadlawon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gisimba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kabuntagon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gidayeg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gihimaya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Gitultulan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bitoon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panglakaw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19044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paabut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nagtukaw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kahayag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sugaton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58721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pagsubay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padulong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dalan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nagkauban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paglakaw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90678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Malaumon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adlaw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moduaw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gugmag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kalinaw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659816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kaadlawon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gisimba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kabuntagon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gidayeg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gihimaya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060147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Gitultulan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bitoon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panglakaw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97296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66080" y="112514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paabut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nagtukaw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kangitngit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kahayag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sugaton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588826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Panaghiusa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panagdait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kanasuran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92188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ambahan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mag-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tibook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kalibutan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676793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14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51988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6100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Nagkahiduol Ka Na O Among Ginoo</a:t>
            </a:r>
            <a:br>
              <a:rPr lang="it-IT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Malipayo Kami Sa Pagpa-abot Kanimo.</a:t>
            </a:r>
            <a:endParaRPr lang="sv-SE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C84989-2E7A-47EC-BE2A-1ACC48DA9DEA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Refrain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86731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727035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Kasuguan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Kahingpitan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Pagbuot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Lungtad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Kahangturan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Lungsod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Usbon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 Pag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Ingon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414446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Kay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Hapit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Moabot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E9F52D-179F-4B29-998D-378968D1EDA1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183220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6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6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fi-FI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Luwasa Ang Binihag Nga Israel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Duawa Na Ang Israel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Lipaya Na Ang Naghandom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Emmanuel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Kalooy, Dako Mong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Kalooy, Amog Gipangandoy</a:t>
            </a:r>
            <a:b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 Mo Na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Malooy Ka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Singgit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ninyo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siya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bag-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 ang adlaw sa ginoo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Alelu-uya</a:t>
            </a:r>
            <a:endParaRPr lang="en-ID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Haduol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Moanhi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endParaRPr lang="en-ID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Alelu-uya</a:t>
            </a:r>
            <a:endParaRPr lang="en-ID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Mapinanggaong Dios, kahimut-i kami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Nangandam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kami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pagtuo</a:t>
            </a:r>
            <a:endParaRPr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63615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CFBE56-B44E-44AB-AFD7-87A853A141CE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nagbutyag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adlaw'ng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asoy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estoryang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balaan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nagsangyaw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balita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nangandoy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ug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nagpaabot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langitnonggasa</a:t>
            </a:r>
            <a:r>
              <a:rPr lang="en-US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73202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3835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gayud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barugann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natingban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-on,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natugob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269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45720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pangatagak na, yamog sa kalangitan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himoa ang mam'yoos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manluluwas ang kayutaan.</a:t>
            </a:r>
            <a:endParaRPr lang="sv-S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sv-SE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naghangyo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gilauman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35655857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tuguti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maandam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02710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9525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3039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79401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Nangandam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Kaming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Madasigon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ID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-anon</a:t>
            </a:r>
          </a:p>
        </p:txBody>
      </p:sp>
    </p:spTree>
    <p:extLst>
      <p:ext uri="{BB962C8B-B14F-4D97-AF65-F5344CB8AC3E}">
        <p14:creationId xmlns:p14="http://schemas.microsoft.com/office/powerpoint/2010/main" val="34980426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914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Nalipay Ang Among Kasing-kasing</a:t>
            </a:r>
          </a:p>
          <a:p>
            <a:pPr algn="ctr"/>
            <a:r>
              <a:rPr lang="it-IT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Paghulat Kanimo, O Ginoo.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BD25FB-62AB-462C-96DD-A7B99375AED8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87065437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8000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7686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575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445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Katapusang 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Panahon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Tumanon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Pagabuhaton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Bag-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Pagtamod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Wagtangon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Bisyo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-on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-iron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Kadalanan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Tultulan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Kagawasan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1299</Words>
  <Application>Microsoft Office PowerPoint</Application>
  <PresentationFormat>On-screen Show (16:9)</PresentationFormat>
  <Paragraphs>163</Paragraphs>
  <Slides>124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124</vt:i4>
      </vt:variant>
    </vt:vector>
  </HeadingPairs>
  <TitlesOfParts>
    <vt:vector size="129" baseType="lpstr">
      <vt:lpstr>Arial</vt:lpstr>
      <vt:lpstr>Calibri</vt:lpstr>
      <vt:lpstr>Times New Roman</vt:lpstr>
      <vt:lpstr>Simple Light</vt:lpstr>
      <vt:lpstr>Office Theme</vt:lpstr>
      <vt:lpstr>PowerPoint Presentation</vt:lpstr>
      <vt:lpstr>Kay Natawo Ka Aron Maghari Kaayohan Kanimo Nga Tanan Kaming Makasasala Tabangi Birhen Sa Belen Nga Inahan</vt:lpstr>
      <vt:lpstr>//PASIUNA</vt:lpstr>
      <vt:lpstr>Ning kaadlawon ikaw ang gisimba ning kabuntagon gidayeg gihimaya ka</vt:lpstr>
      <vt:lpstr>Gitultulan sa bitoon sa langit ang atong pag panglakaw karon</vt:lpstr>
      <vt:lpstr>Nag paabut nagtukaw sa kangitngit ang kahayag atong sugaton</vt:lpstr>
      <vt:lpstr>Sa pagsubay padulong sa dalan nagkauban kita sa paglakaw</vt:lpstr>
      <vt:lpstr>Malaumon sa adlaw nga ikaw moduaw ang hari sa gugmag kalinaw</vt:lpstr>
      <vt:lpstr>Ning kaadlawon ikaw ang gisimba ning kabuntagon gidayeg gihimaya ka</vt:lpstr>
      <vt:lpstr>Gitultulan sa bitoon sa langit ang atong pag panglakaw karon</vt:lpstr>
      <vt:lpstr>Nag paabut nagtukaw sa kangitngit ang kahayag  atong sugaton</vt:lpstr>
      <vt:lpstr>Panaghiusa panagdait sa tanang kanasuran</vt:lpstr>
      <vt:lpstr>Mag ambahan malipay mag-awit ang tanan, tibook kalibutan</vt:lpstr>
      <vt:lpstr>PowerPoint Presentation</vt:lpstr>
      <vt:lpstr>Paglipay Kamo O Lungsod Diha Sa Ginoo Usbon Ko Pag Ingon</vt:lpstr>
      <vt:lpstr>Paglipay Kamo Kay Hapit Na Moabot Ang Atong Ginoo</vt:lpstr>
      <vt:lpstr>Nagkahiduol Ka Na O Among Ginoo Malipayo Kami Sa Pagpa-abot Kanimo.</vt:lpstr>
      <vt:lpstr>Paglipay Kamo O Lungsod Diha Sa Ginoo Usbon Ko Pag Ingon</vt:lpstr>
      <vt:lpstr>Paglipay Kamo Kay Hapit Na Moabot Ang Atong Ginoo</vt:lpstr>
      <vt:lpstr>Ang Imong Kasuguan Gasa Sa Kahingpitan Ang Imong Pagbuot Mo Lungtad Sa Kahangturan.</vt:lpstr>
      <vt:lpstr>Paglipay Kamo O Lungsod Diha Sa Ginoo Usbon Ko Pag Ingon</vt:lpstr>
      <vt:lpstr>Paglipay Kamo Kay Hapit Na Moabot Ang Atong Ginoo</vt:lpstr>
      <vt:lpstr>PowerPoint Presentation</vt:lpstr>
      <vt:lpstr>Nagakompisal ako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//kyrie</vt:lpstr>
      <vt:lpstr>Dumuol Ka O Emmanuel Ug Luwasa Ang Binihag Nga Israel</vt:lpstr>
      <vt:lpstr>Duawa Na Ang Israel Lipaya Na Ang Naghandom Sa Emmanuel</vt:lpstr>
      <vt:lpstr>Ang Among Kalooy, Dako Mong Kalooy, Amog Gipangandoy Ihatag Mo Na</vt:lpstr>
      <vt:lpstr>Ginoo Malooy Ka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Singgit kamo sa kalipay diha sa Ginoo, kamo nga mga balaan, awiti ninyo siya og usa ka bag-ong awit </vt:lpstr>
      <vt:lpstr>PowerPoint Presentation</vt:lpstr>
      <vt:lpstr>//Awit sa pagdayeg</vt:lpstr>
      <vt:lpstr>Aleluya, Aleluya, Alelu-uya</vt:lpstr>
      <vt:lpstr>Ang Adlaw Sa Ginoo Haduol Na Sa Atong Kaluwasan Moanhi Siya</vt:lpstr>
      <vt:lpstr>Aleluya, Aleluya, Alelu-uya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PowerPoint Presentation</vt:lpstr>
      <vt:lpstr>Katapusang awit</vt:lpstr>
      <vt:lpstr>Panahon Na, Tumanon Ta Ang Mga Damgo Ang Pagabuhaton Lamdagan Sa Ginoo</vt:lpstr>
      <vt:lpstr>Panahon Na, Bag-ohon Ta Ang Kinabuhi Sa Kaigsoonan Ang Pagtamod Ug Pagbati</vt:lpstr>
      <vt:lpstr>Ayaw Usiki Ang Panahaon Ang Matag Takna Bulawanon</vt:lpstr>
      <vt:lpstr>Paningkamutan Ta Ang Paglakaw Sa Katarung</vt:lpstr>
      <vt:lpstr>Panahon Na, Wagtangon Ta Ang Mga Bisyo Ang Matinud-on Lamdagan Sa Ginoo</vt:lpstr>
      <vt:lpstr>Panahon Na, Tul-iron Ta Ang Kadalanan Ang Kaigsoonan Tultulan Sa Kagawasan</vt:lpstr>
      <vt:lpstr>Ayaw Usiki Ang Panahaon Ang Matag Takna Bulawanon</vt:lpstr>
      <vt:lpstr>Paningkamutan Ta Ang Paglakaw Sa Katarung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168</cp:revision>
  <dcterms:modified xsi:type="dcterms:W3CDTF">2024-12-24T12:51:44Z</dcterms:modified>
</cp:coreProperties>
</file>