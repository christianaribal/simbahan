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15"/>
  </p:notesMasterIdLst>
  <p:sldIdLst>
    <p:sldId id="256" r:id="rId3"/>
    <p:sldId id="634" r:id="rId4"/>
    <p:sldId id="257" r:id="rId5"/>
    <p:sldId id="258" r:id="rId6"/>
    <p:sldId id="636" r:id="rId7"/>
    <p:sldId id="637" r:id="rId8"/>
    <p:sldId id="638" r:id="rId9"/>
    <p:sldId id="651" r:id="rId10"/>
    <p:sldId id="652" r:id="rId11"/>
    <p:sldId id="639" r:id="rId12"/>
    <p:sldId id="653" r:id="rId13"/>
    <p:sldId id="65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601" r:id="rId25"/>
    <p:sldId id="602" r:id="rId26"/>
    <p:sldId id="279" r:id="rId27"/>
    <p:sldId id="280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618" r:id="rId47"/>
    <p:sldId id="619" r:id="rId48"/>
    <p:sldId id="620" r:id="rId49"/>
    <p:sldId id="621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566" r:id="rId71"/>
    <p:sldId id="568" r:id="rId72"/>
    <p:sldId id="567" r:id="rId73"/>
    <p:sldId id="569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54" r:id="rId85"/>
    <p:sldId id="356" r:id="rId86"/>
    <p:sldId id="357" r:id="rId87"/>
    <p:sldId id="358" r:id="rId88"/>
    <p:sldId id="572" r:id="rId89"/>
    <p:sldId id="573" r:id="rId90"/>
    <p:sldId id="520" r:id="rId91"/>
    <p:sldId id="360" r:id="rId92"/>
    <p:sldId id="592" r:id="rId93"/>
    <p:sldId id="574" r:id="rId94"/>
    <p:sldId id="575" r:id="rId95"/>
    <p:sldId id="649" r:id="rId96"/>
    <p:sldId id="650" r:id="rId97"/>
    <p:sldId id="284" r:id="rId98"/>
    <p:sldId id="501" r:id="rId99"/>
    <p:sldId id="558" r:id="rId100"/>
    <p:sldId id="630" r:id="rId101"/>
    <p:sldId id="631" r:id="rId102"/>
    <p:sldId id="632" r:id="rId103"/>
    <p:sldId id="364" r:id="rId104"/>
    <p:sldId id="365" r:id="rId105"/>
    <p:sldId id="468" r:id="rId106"/>
    <p:sldId id="469" r:id="rId107"/>
    <p:sldId id="470" r:id="rId108"/>
    <p:sldId id="471" r:id="rId109"/>
    <p:sldId id="472" r:id="rId110"/>
    <p:sldId id="546" r:id="rId111"/>
    <p:sldId id="570" r:id="rId112"/>
    <p:sldId id="571" r:id="rId113"/>
    <p:sldId id="375" r:id="rId1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63" autoAdjust="0"/>
    <p:restoredTop sz="94660"/>
  </p:normalViewPr>
  <p:slideViewPr>
    <p:cSldViewPr snapToGrid="0">
      <p:cViewPr varScale="1">
        <p:scale>
          <a:sx n="90" d="100"/>
          <a:sy n="90" d="100"/>
        </p:scale>
        <p:origin x="504" y="8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viewProps" Target="view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fd32eb22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2f8fd32eb2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243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8fd32eb22_1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f8fd32eb22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9497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15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6756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292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8071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021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9046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7744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8fd32eb22_1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f8fd32eb22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8fd32eb22_1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f8fd32eb22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8fd32eb22_1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f8fd32eb22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8fd32eb22_1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2f8fd32eb22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8fd32eb22_1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f8fd32eb22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8fd32eb22_1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f8fd32eb22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8fd32eb22_1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f8fd32eb22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8fd32eb22_1_2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2f8fd32eb22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8fd32eb22_1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2f8fd32eb22_1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8fd32eb22_1_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f8fd32eb22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8fd32eb22_1_2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2f8fd32eb22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8fd32eb22_1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f8fd32eb22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8fd32eb22_1_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f8fd32eb22_1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f8fd32eb22_1_3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2f8fd32eb22_1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8fd32eb22_1_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2f8fd32eb22_1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7570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92311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8fd32eb22_1_3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2f8fd32eb22_1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8fd32eb22_1_3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2f8fd32eb22_1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f8fd32eb22_1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2f8fd32eb22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f8fd32eb22_1_3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2f8fd32eb22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8fd32eb22_1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2f8fd32eb22_1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f8fd32eb22_1_3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2f8fd32eb22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8fd32eb22_1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2f8fd32eb22_1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f8fd32eb22_1_3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2f8fd32eb22_1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8fd32eb22_1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f8fd32eb22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8fd32eb22_1_3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2f8fd32eb22_1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8fd32eb22_1_4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2f8fd32eb22_1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9549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f8fd32eb22_1_4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2f8fd32eb22_1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18570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4819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f8fd32eb22_1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2f8fd32eb22_1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f8fd32eb22_1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2f8fd32eb22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f8fd32eb22_1_5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g2f8fd32eb22_1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Aron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Maghari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Kaayohan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Kaming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Makasasala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Tabangi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Birhen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Belen Nga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Inahan</a:t>
            </a:r>
            <a:endParaRPr lang="en-US" sz="6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982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886515" y="1698197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//PASIUNA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Umanhi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ka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meseyas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Mesiyas,kami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Naghandom</a:t>
            </a:r>
            <a:b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 Ang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Kanamo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Magluwas</a:t>
            </a:r>
            <a:endParaRPr lang="en-US" sz="6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Manunubos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Kangitngit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Hayagi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Grasya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19044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07156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Meseyas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Naghandum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 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Kanamo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Magluwas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58721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Kanunay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Gihidlak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Nasud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Manalangga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Malipayong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Adlaw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Langitnong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Suga</a:t>
            </a:r>
          </a:p>
        </p:txBody>
      </p:sp>
    </p:spTree>
    <p:extLst>
      <p:ext uri="{BB962C8B-B14F-4D97-AF65-F5344CB8AC3E}">
        <p14:creationId xmlns:p14="http://schemas.microsoft.com/office/powerpoint/2010/main" val="90678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Manunubos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Kangitngit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Hayagi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Grasya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918470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07156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Meseyas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Naghandum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 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Kanamo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Magluwas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506661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Kanunay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Gihidlak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Nasud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Manalangga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Malipayong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Adlaw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Langitnong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Suga</a:t>
            </a:r>
          </a:p>
        </p:txBody>
      </p:sp>
    </p:spTree>
    <p:extLst>
      <p:ext uri="{BB962C8B-B14F-4D97-AF65-F5344CB8AC3E}">
        <p14:creationId xmlns:p14="http://schemas.microsoft.com/office/powerpoint/2010/main" val="659816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Manunubos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Kangitngit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Hayagi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Grasya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027794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07156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Meseyas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Naghandum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 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Kanamo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Magluwas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026472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>
            <a:spLocks noGrp="1"/>
          </p:cNvSpPr>
          <p:nvPr>
            <p:ph type="title"/>
          </p:nvPr>
        </p:nvSpPr>
        <p:spPr>
          <a:xfrm>
            <a:off x="1589314" y="1643768"/>
            <a:ext cx="602683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Nagakompisal ako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</a:t>
            </a: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Mga Igsoon Kay Nakalapas Ako Ug Dako Uyamot Sa Hunahuna,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Wala Pagbuhat Sa Angayang Buhaton.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Times New Roman"/>
              <a:buNone/>
            </a:pPr>
            <a:r>
              <a:rPr lang="en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</a:t>
            </a:r>
            <a:r>
              <a:rPr lang="en-US" sz="6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Akong</a:t>
            </a:r>
            <a:r>
              <a:rPr lang="en-US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Sala,</a:t>
            </a:r>
            <a:r>
              <a:rPr lang="en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Akong Dakong Sala. Busa Nangamuyo Ako Kang Santa Maria, Kanunayng Birhen, </a:t>
            </a:r>
            <a:endParaRPr sz="6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95011" y="10280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29301" y="9137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</a:t>
            </a: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mpo Sa Ginoo Nga Atong Dios.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//kyrie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7"/>
          <p:cNvSpPr/>
          <p:nvPr/>
        </p:nvSpPr>
        <p:spPr>
          <a:xfrm>
            <a:off x="2887633" y="2982191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fi-FI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Dumuol ka o emmanuel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Dumuol Ka O Emmanuel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Luwasa Ang Binihag Nga Israel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Duawa Na Ang Israel</a:t>
            </a:r>
            <a:b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Lipaya Na Ang Naghandom</a:t>
            </a:r>
            <a:b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Emmanuel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Kalooy, Dako Mong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Kalooy, Amog Gipangandoy</a:t>
            </a:r>
            <a:b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Ihatag Mo Na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59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Malooy Ka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>
            <a:spLocks noGrp="1"/>
          </p:cNvSpPr>
          <p:nvPr>
            <p:ph type="title"/>
          </p:nvPr>
        </p:nvSpPr>
        <p:spPr>
          <a:xfrm>
            <a:off x="2080972" y="1632883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 sa himaya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Himaya sa diyos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 New Roman"/>
              <a:buNone/>
            </a:pPr>
            <a:r>
              <a:rPr lang="en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48590" y="102871"/>
            <a:ext cx="8801100" cy="488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60872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300"/>
              <a:buFont typeface="Times New Roman"/>
              <a:buNone/>
            </a:pPr>
            <a:r>
              <a:rPr lang="en" sz="8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8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8"/>
          <p:cNvSpPr txBox="1">
            <a:spLocks noGrp="1"/>
          </p:cNvSpPr>
          <p:nvPr>
            <p:ph type="title"/>
          </p:nvPr>
        </p:nvSpPr>
        <p:spPr>
          <a:xfrm>
            <a:off x="2320458" y="1578455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Salmo tubag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Times New Roman"/>
              <a:buNone/>
            </a:pPr>
            <a:r>
              <a:rPr lang="en-US" sz="10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Awitan</a:t>
            </a:r>
            <a:r>
              <a:rPr lang="en-US" sz="10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 </a:t>
            </a:r>
            <a:r>
              <a:rPr lang="en-US" sz="10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Kanunay</a:t>
            </a:r>
            <a:r>
              <a:rPr lang="en-US" sz="10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Ang </a:t>
            </a:r>
            <a:r>
              <a:rPr lang="en-US" sz="10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Kaayo</a:t>
            </a:r>
            <a:r>
              <a:rPr lang="en-US" sz="10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10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1"/>
          <p:cNvSpPr txBox="1">
            <a:spLocks noGrp="1"/>
          </p:cNvSpPr>
          <p:nvPr>
            <p:ph type="title"/>
          </p:nvPr>
        </p:nvSpPr>
        <p:spPr>
          <a:xfrm>
            <a:off x="1672937" y="1578455"/>
            <a:ext cx="610985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//Awit sa pagdayeg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1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AFCB64-9DAB-4798-A8EF-B1C7556997D5}"/>
              </a:ext>
            </a:extLst>
          </p:cNvPr>
          <p:cNvSpPr/>
          <p:nvPr/>
        </p:nvSpPr>
        <p:spPr>
          <a:xfrm>
            <a:off x="3350795" y="36091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00C520-7CEC-4AD2-A89A-BBE7C6149DF4}"/>
              </a:ext>
            </a:extLst>
          </p:cNvPr>
          <p:cNvSpPr/>
          <p:nvPr/>
        </p:nvSpPr>
        <p:spPr>
          <a:xfrm>
            <a:off x="3350795" y="2337132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</p:spTree>
    <p:extLst>
      <p:ext uri="{BB962C8B-B14F-4D97-AF65-F5344CB8AC3E}">
        <p14:creationId xmlns:p14="http://schemas.microsoft.com/office/powerpoint/2010/main" val="42394799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b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BDB299-286F-4FD7-92CD-ACEDC5D08C73}"/>
              </a:ext>
            </a:extLst>
          </p:cNvPr>
          <p:cNvSpPr/>
          <p:nvPr/>
        </p:nvSpPr>
        <p:spPr>
          <a:xfrm>
            <a:off x="3350795" y="36091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71CD62-1957-4BD9-8BEA-CEBC81139905}"/>
              </a:ext>
            </a:extLst>
          </p:cNvPr>
          <p:cNvSpPr/>
          <p:nvPr/>
        </p:nvSpPr>
        <p:spPr>
          <a:xfrm>
            <a:off x="3350795" y="3028249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</p:spTree>
    <p:extLst>
      <p:ext uri="{BB962C8B-B14F-4D97-AF65-F5344CB8AC3E}">
        <p14:creationId xmlns:p14="http://schemas.microsoft.com/office/powerpoint/2010/main" val="17416574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7"/>
          <p:cNvSpPr txBox="1">
            <a:spLocks noGrp="1"/>
          </p:cNvSpPr>
          <p:nvPr>
            <p:ph type="title"/>
          </p:nvPr>
        </p:nvSpPr>
        <p:spPr>
          <a:xfrm>
            <a:off x="1937656" y="1752626"/>
            <a:ext cx="5885320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Profession of faith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None/>
            </a:pPr>
            <a:r>
              <a:rPr lang="en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6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04948" y="92479"/>
            <a:ext cx="8946573" cy="496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0390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8104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3"/>
          <p:cNvSpPr txBox="1">
            <a:spLocks noGrp="1"/>
          </p:cNvSpPr>
          <p:nvPr>
            <p:ph type="title"/>
          </p:nvPr>
        </p:nvSpPr>
        <p:spPr>
          <a:xfrm>
            <a:off x="1208315" y="1578454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Tubag sa pangamuyo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33915" y="0"/>
            <a:ext cx="8871857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Ginoo, Panalangini Kami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lv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0743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206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96"/>
          <p:cNvSpPr txBox="1">
            <a:spLocks noGrp="1"/>
          </p:cNvSpPr>
          <p:nvPr>
            <p:ph type="title"/>
          </p:nvPr>
        </p:nvSpPr>
        <p:spPr>
          <a:xfrm>
            <a:off x="2202767" y="1651190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Amahan namo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 Namo, Nga Ana-a Sa Mga Langit Pagdaygon Ang Imong Ngalan,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Umabot Kanamo Ang Imong Gingharian Matuman Ang Imong Pagbuot,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Dinhi Sa Yuta,</a:t>
            </a:r>
            <a:b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Maingon Sa La-ngit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Kalan-on Namo Sa Matag Adlaw Ihatag Kanamo Karong Adla-wa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Pasayloa Kami Sa Among Mga Sala Maingon Nga Nagapasaylo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Mga Nakasala Kanamo, Ug Dili Mo Kami, 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Itugyan Sa Panulay, Hinono-a Luwasa Kami, Luwasa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Dautan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5"/>
          <p:cNvSpPr txBox="1">
            <a:spLocks noGrp="1"/>
          </p:cNvSpPr>
          <p:nvPr>
            <p:ph type="title"/>
          </p:nvPr>
        </p:nvSpPr>
        <p:spPr>
          <a:xfrm>
            <a:off x="2984486" y="1524026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//kalawat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5"/>
          <p:cNvSpPr/>
          <p:nvPr/>
        </p:nvSpPr>
        <p:spPr>
          <a:xfrm>
            <a:off x="2836718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endParaRPr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63615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CFBE56-B44E-44AB-AFD7-87A853A141CE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nagbutyag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himaya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nag-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adlaw'ng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nag-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asoy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estoryang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balaan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nagsangyaw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maayong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balita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BD25FB-62AB-462C-96DD-A7B99375AED8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nangandoy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ug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nagpaabot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langitnonggasa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473202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3835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gayud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among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barugann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natingban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-on,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natugob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269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2CF71-ED5C-E157-3444-35BD2EDB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5B3B90-E645-7A08-664B-FE3A4B6D8646}"/>
              </a:ext>
            </a:extLst>
          </p:cNvPr>
          <p:cNvSpPr/>
          <p:nvPr/>
        </p:nvSpPr>
        <p:spPr>
          <a:xfrm>
            <a:off x="0" y="45720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pangatagak na, yamog sa kalangitan</a:t>
            </a:r>
          </a:p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himoa ang mam'yoos</a:t>
            </a:r>
          </a:p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manluluwas ang kayutaan.</a:t>
            </a:r>
            <a:endParaRPr lang="sv-SE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sv-SE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528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paglangan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naghangyo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paglangan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among </a:t>
            </a:r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gilauman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BD25FB-62AB-462C-96DD-A7B99375AED8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35655857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tuguti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kaayo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maandam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pagkatawo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02710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9525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63039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7940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//Halad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17"/>
          <p:cNvSpPr/>
          <p:nvPr/>
        </p:nvSpPr>
        <p:spPr>
          <a:xfrm>
            <a:off x="2939588" y="2848148"/>
            <a:ext cx="2867891" cy="22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38000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May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Diutay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Takus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Wala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Ikagasa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Malitok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02870" y="114301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Akong Awit Kabus Nakong</a:t>
            </a:r>
          </a:p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Hinatag Sa Langit Ug Imo Karun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May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Diutay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Takus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Wala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07686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Ikagasa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Malitok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575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02870" y="114301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Akong Awit Kabus Nakong</a:t>
            </a:r>
          </a:p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Hinatag Sa Langit Ug Imo Karun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84451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4"/>
          <p:cNvSpPr txBox="1">
            <a:spLocks noGrp="1"/>
          </p:cNvSpPr>
          <p:nvPr>
            <p:ph type="title"/>
          </p:nvPr>
        </p:nvSpPr>
        <p:spPr>
          <a:xfrm>
            <a:off x="1796143" y="1723157"/>
            <a:ext cx="6353405" cy="174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Katapusang awit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34"/>
          <p:cNvSpPr/>
          <p:nvPr/>
        </p:nvSpPr>
        <p:spPr>
          <a:xfrm>
            <a:off x="3013362" y="2974848"/>
            <a:ext cx="2867891" cy="26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Panahon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Tumanon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Damgo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Pagabuhaton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Lamdagan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Bag-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Pagtamod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Pagbati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Usiki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Panahaon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Paningkamutan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Paglakaw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Wagtangon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Bisyo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Matinud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-on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Lamdagan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-iron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Kadalanan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Tultulan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Kagawasan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Usiki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Panahaon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Paningkamutan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Paglakaw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56731718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</TotalTime>
  <Words>1208</Words>
  <Application>Microsoft Office PowerPoint</Application>
  <PresentationFormat>On-screen Show (16:9)</PresentationFormat>
  <Paragraphs>142</Paragraphs>
  <Slides>112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112</vt:i4>
      </vt:variant>
    </vt:vector>
  </HeadingPairs>
  <TitlesOfParts>
    <vt:vector size="117" baseType="lpstr">
      <vt:lpstr>Arial</vt:lpstr>
      <vt:lpstr>Calibri</vt:lpstr>
      <vt:lpstr>Times New Roman</vt:lpstr>
      <vt:lpstr>Simple Light</vt:lpstr>
      <vt:lpstr>Office Theme</vt:lpstr>
      <vt:lpstr>PowerPoint Presentation</vt:lpstr>
      <vt:lpstr>Kay Natawo Ka Aron Maghari Kaayohan Kanimo Nga Tanan Kaming Makasasala Tabangi Birhen Sa Belen Nga Inahan</vt:lpstr>
      <vt:lpstr>//PASIUNA</vt:lpstr>
      <vt:lpstr>Umanhi Ka Mesiyas,kami Kanimo Naghandom Ikaw Man Ang Paglaum Kanamo Magluwas</vt:lpstr>
      <vt:lpstr>Manunubos, Umanhi Ka, Ang Kangitngit Sa Yuta, Hayagi Sa Imong Grasya</vt:lpstr>
      <vt:lpstr>Umanhi Ka Meseyas Kami Kanimo Naghandum Ikw Man Ang Paglaum Kanamo Magluwas</vt:lpstr>
      <vt:lpstr>Kanunay Ka Gihidlak Sa Nasud Ug Manalangga O Malipayong Adlaw, O Langitnong Suga</vt:lpstr>
      <vt:lpstr>Manunubos, Umanhi Ka, Ang Kangitngit Sa Yuta, Hayagi Sa Imong Grasya</vt:lpstr>
      <vt:lpstr>Umanhi Ka Meseyas Kami Kanimo Naghandum Ikw Man Ang Paglaum Kanamo Magluwas</vt:lpstr>
      <vt:lpstr>Kanunay Ka Gihidlak Sa Nasud Ug Manalangga O Malipayong Adlaw, O Langitnong Suga</vt:lpstr>
      <vt:lpstr>Manunubos, Umanhi Ka, Ang Kangitngit Sa Yuta, Hayagi Sa Imong Grasya</vt:lpstr>
      <vt:lpstr>Umanhi Ka Meseyas Kami Kanimo Naghandum Ikw Man Ang Paglaum Kanamo Magluwas</vt:lpstr>
      <vt:lpstr>PowerPoint Presentation</vt:lpstr>
      <vt:lpstr>Nagakompisal ako</vt:lpstr>
      <vt:lpstr>Nagakompisal Ako Sa Dios Nga Makagagahom Sa Tanan, </vt:lpstr>
      <vt:lpstr>Ug Kaninyo Mga Igsoon Kay Nakalapas Ako Ug Dako Uyamot Sa Hunahuna,</vt:lpstr>
      <vt:lpstr>Sa Pulong Ug Sa Buhat, Ug Sa Wala Pagbuhat Sa Angayang Buhaton.</vt:lpstr>
      <vt:lpstr>Kay Akong Sala, Akong Sala, Akong Dakong Sala. Busa Nangamuyo Ako Kang Santa Maria, Kanunayng Birhen, </vt:lpstr>
      <vt:lpstr>Sa Tanang Mga Anghel Ug Mga Santos, Ug Kaninyo Mga Igsoon, </vt:lpstr>
      <vt:lpstr>Aron Inyo Akong I-Ampo Sa Ginoo Nga Atong Dios.</vt:lpstr>
      <vt:lpstr>PowerPoint Presentation</vt:lpstr>
      <vt:lpstr>//kyrie</vt:lpstr>
      <vt:lpstr>Dumuol Ka O Emmanuel Ug Luwasa Ang Binihag Nga Israel</vt:lpstr>
      <vt:lpstr>Duawa Na Ang Israel Lipaya Na Ang Naghandom Sa Emmanuel</vt:lpstr>
      <vt:lpstr>Ang Among Kalooy, Dako Mong Kalooy, Amog Gipangandoy Ihatag Mo Na</vt:lpstr>
      <vt:lpstr>Ginoo Malooy Ka</vt:lpstr>
      <vt:lpstr>PowerPoint Presentation</vt:lpstr>
      <vt:lpstr>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PowerPoint Presentation</vt:lpstr>
      <vt:lpstr>Salmo tubag</vt:lpstr>
      <vt:lpstr>Awitan Ko Kanunay, Ang Kaayo Sa Ginoo</vt:lpstr>
      <vt:lpstr>PowerPoint Presentation</vt:lpstr>
      <vt:lpstr>//Awit sa pagdayeg</vt:lpstr>
      <vt:lpstr>Pangitaa Ang Gingharian Ug Ang Katarung Sa Dios,</vt:lpstr>
      <vt:lpstr>Ug King Tanan Igadugang Kaninyo Alelu, Aleluya</vt:lpstr>
      <vt:lpstr>Pangitaa Ang Gingharian d Ug Ang Katarung Sa Dios,</vt:lpstr>
      <vt:lpstr>Ug King Tanan Igadugang Kaninyo   Alelu, Aleluya</vt:lpstr>
      <vt:lpstr>PowerPoint Presentation</vt:lpstr>
      <vt:lpstr>Profession of faith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Amahan namo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//kalawat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//Halad</vt:lpstr>
      <vt:lpstr>Ning Adlaw Sa Pasko Nga Miabot, May Diutay Kong Gasa Kanimo, Bisan Di Takus Wala Koy Bulawan</vt:lpstr>
      <vt:lpstr>Sarang Ikagasa Ug Wa Koy Pulong Nga Wa Malitok Sa Uban</vt:lpstr>
      <vt:lpstr>PowerPoint Presentation</vt:lpstr>
      <vt:lpstr>Ning Adlaw Sa Pasko Nga Miabot, May Diutay Kong Gasa Kanimo, Bisan Di Takus Wala Koy Bulawan</vt:lpstr>
      <vt:lpstr>Sarang Ikagasa Ug Wa Koy Pulong Nga Wa Malitok Sa Uban</vt:lpstr>
      <vt:lpstr>PowerPoint Presentation</vt:lpstr>
      <vt:lpstr>PowerPoint Presentation</vt:lpstr>
      <vt:lpstr>Katapusang awit</vt:lpstr>
      <vt:lpstr>Panahon Na, Tumanon Ta Ang Mga Damgo Ang Pagabuhaton Lamdagan Sa Ginoo</vt:lpstr>
      <vt:lpstr>Panahon Na, Bag-ohon Ta Ang Kinabuhi Sa Kaigsoonan Ang Pagtamod Ug Pagbati</vt:lpstr>
      <vt:lpstr>Ayaw Usiki Ang Panahaon Ang Matag Takna Bulawanon</vt:lpstr>
      <vt:lpstr>Paningkamutan Ta Ang Paglakaw Sa Katarung</vt:lpstr>
      <vt:lpstr>Panahon Na, Wagtangon Ta Ang Mga Bisyo Ang Matinud-on Lamdagan Sa Ginoo</vt:lpstr>
      <vt:lpstr>Panahon Na, Tul-iron Ta Ang Kadalanan Ang Kaigsoonan Tultulan Sa Kagawasan</vt:lpstr>
      <vt:lpstr>Ayaw Usiki Ang Panahaon Ang Matag Takna Bulawanon</vt:lpstr>
      <vt:lpstr>Paningkamutan Ta Ang Paglakaw Sa Katarung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176</cp:revision>
  <dcterms:modified xsi:type="dcterms:W3CDTF">2024-12-23T21:15:24Z</dcterms:modified>
</cp:coreProperties>
</file>