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370" r:id="rId3"/>
    <p:sldId id="371" r:id="rId4"/>
    <p:sldId id="372" r:id="rId5"/>
    <p:sldId id="3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Isugid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3AD727-B4A2-CE7B-98E5-EF1985C6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noFill/>
        </p:spPr>
        <p:txBody>
          <a:bodyPr>
            <a:normAutofit/>
          </a:bodyPr>
          <a:lstStyle/>
          <a:p>
            <a:pPr algn="ctr"/>
            <a:r>
              <a:rPr lang="nn-NO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Isugid ko ang akong kasal-anan</a:t>
            </a:r>
            <a:br>
              <a:rPr lang="nn-NO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n-NO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 walay paglimod, isugilon ko</a:t>
            </a:r>
            <a:endParaRPr lang="en-ID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13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3AD727-B4A2-CE7B-98E5-EF1985C6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noFill/>
        </p:spPr>
        <p:txBody>
          <a:bodyPr>
            <a:normAutofit/>
          </a:bodyPr>
          <a:lstStyle/>
          <a:p>
            <a:pPr algn="ctr"/>
            <a:r>
              <a:rPr lang="nn-NO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Sayod ka man nga kining a-la-ot misalig la---mang</a:t>
            </a:r>
            <a:br>
              <a:rPr lang="nn-NO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n-NO" sz="9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 kaayo, kaayo mo</a:t>
            </a:r>
            <a:endParaRPr lang="en-ID" sz="7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968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3AD727-B4A2-CE7B-98E5-EF1985C6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noFill/>
        </p:spPr>
        <p:txBody>
          <a:bodyPr>
            <a:noAutofit/>
          </a:bodyPr>
          <a:lstStyle/>
          <a:p>
            <a:pPr algn="ctr"/>
            <a:r>
              <a:rPr lang="nn-NO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Kaloy-on mo na, O Ginoo wagtanga</a:t>
            </a:r>
            <a:br>
              <a:rPr lang="nn-NO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n-NO" sz="8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 akong kasal-anan ug ang kaluwasan</a:t>
            </a:r>
            <a:endParaRPr lang="en-ID" sz="6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451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3AD727-B4A2-CE7B-98E5-EF1985C6B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  <a:noFill/>
        </p:spPr>
        <p:txBody>
          <a:bodyPr>
            <a:normAutofit/>
          </a:bodyPr>
          <a:lstStyle/>
          <a:p>
            <a:pPr algn="ctr"/>
            <a:r>
              <a:rPr lang="nn-NO" sz="1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Nga akong gipa-a-bot ipakanaug -  mo</a:t>
            </a:r>
            <a:endParaRPr lang="en-ID" sz="8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600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50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Isugid ko ang akong kasal-anan Sa walay paglimod, isugilon ko</vt:lpstr>
      <vt:lpstr>Sayod ka man nga kining a-la-ot misalig la---mang sa kaayo, kaayo mo</vt:lpstr>
      <vt:lpstr>Kaloy-on mo na, O Ginoo wagtanga Ang akong kasal-anan ug ang kaluwasan</vt:lpstr>
      <vt:lpstr>Nga akong gipa-a-bot ipakanaug -  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2025-01-20T04:39:07Z</dcterms:created>
  <dcterms:modified xsi:type="dcterms:W3CDTF">2025-02-15T11:20:12Z</dcterms:modified>
</cp:coreProperties>
</file>