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552" r:id="rId3"/>
    <p:sldId id="553" r:id="rId4"/>
    <p:sldId id="512" r:id="rId5"/>
    <p:sldId id="5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Gino-o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kaloy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 kami-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 Na-kasala Kanimo</a:t>
            </a:r>
            <a:b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Nakalapas Sa Imong Kaa-yo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409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9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Gino-o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kaloy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 kami-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-o-y-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Kaloyi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Kami--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93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 fontScale="90000"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Pakita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Gugma Ug Kalo-oy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 Paabot Sa Kaluwasan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028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9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Gino-o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kaloy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 kami-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-o-y-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Kaloyi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Kami--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730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47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Kami Na-kasala Kanimo Ug Nakalapas Sa Imong Kaa-yo</vt:lpstr>
      <vt:lpstr>Gino-o, kaloy-I kami-i-i, kalo-o-y-i Kaloyi-i Kami--</vt:lpstr>
      <vt:lpstr>Pakitag Gugma Ug Kalo-oy Kami nga Naga Paabot Sa Kaluwasan</vt:lpstr>
      <vt:lpstr>Gino-o, kaloy-I kami-i-i, kalo-o-y-i Kaloyi-i Kami--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2025-01-20T04:39:07Z</dcterms:created>
  <dcterms:modified xsi:type="dcterms:W3CDTF">2025-05-31T22:21:44Z</dcterms:modified>
</cp:coreProperties>
</file>