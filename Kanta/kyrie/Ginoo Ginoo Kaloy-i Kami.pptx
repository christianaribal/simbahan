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601" r:id="rId3"/>
    <p:sldId id="602" r:id="rId4"/>
    <p:sldId id="603" r:id="rId5"/>
    <p:sldId id="604" r:id="rId6"/>
    <p:sldId id="60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Kaloy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 Kami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Ginoo Kaloy-i Kami, Kristo Kristo Kaloy-i Kami, Ginoo Ginoo Kaloy-i Kami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Kaming Makasasala Nagalaum sa Kinabuhing Dayun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fi-FI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Ginoo Kaloy-i Kami, Kristo Kristo Kaloy-i Kami, Ginoo Ginoo Kaloy-i Kami</a:t>
            </a:r>
            <a:endParaRPr lang="en-US" sz="106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951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Kaming Makasasala Nagalaum sa Kinabuhing Dayun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82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Nagalaum sa Kinabuhing Dayun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03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48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Ginoo Ginoo Kaloy-i Kami, Kristo Kristo Kaloy-i Kami, Ginoo Ginoo Kaloy-i Kami</vt:lpstr>
      <vt:lpstr>Kaming Makasasala Nagalaum sa Kinabuhing Dayun</vt:lpstr>
      <vt:lpstr>Ginoo Ginoo Kaloy-i Kami, Kristo Kristo Kaloy-i Kami, Ginoo Ginoo Kaloy-i Kami</vt:lpstr>
      <vt:lpstr>Kaming Makasasala Nagalaum sa Kinabuhing Dayun</vt:lpstr>
      <vt:lpstr>Nagalaum sa Kinabuhing Dayun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10</cp:revision>
  <dcterms:created xsi:type="dcterms:W3CDTF">2025-01-20T04:39:07Z</dcterms:created>
  <dcterms:modified xsi:type="dcterms:W3CDTF">2025-12-30T21:48:51Z</dcterms:modified>
</cp:coreProperties>
</file>