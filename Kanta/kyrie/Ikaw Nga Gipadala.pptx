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6" r:id="rId3"/>
    <p:sldId id="278" r:id="rId4"/>
    <p:sldId id="279" r:id="rId5"/>
    <p:sldId id="280" r:id="rId6"/>
    <p:sldId id="281" r:id="rId7"/>
    <p:sldId id="282" r:id="rId8"/>
    <p:sldId id="3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Gi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Padala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gipadala arun pag-ayo sa</a:t>
            </a:r>
            <a:b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 mahinulsulon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1442" y="1910715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Ginoo, Ginoo Kaloy-i kami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pl-PL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Mianhi Pagtawag Sa Makasasala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5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7" y="150018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Kristo, kristo kaloy-i kami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8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Nagalingkod Sa Tu-o Sa Amahan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830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7" y="150018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 Pagpangama Alang Kan</a:t>
            </a:r>
            <a:r>
              <a:rPr lang="en-US" sz="1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l-PL" sz="1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107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7" y="150018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Ginoo, </a:t>
            </a:r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Kaloy-i kami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00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47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Ikaw nga gipadala arun pag-ayo sa mga mahinulsulon</vt:lpstr>
      <vt:lpstr>Ginoo, Ginoo Kaloy-i kami</vt:lpstr>
      <vt:lpstr>Ikaw Nga Mianhi Pagtawag Sa Makasasala</vt:lpstr>
      <vt:lpstr>Kristo, kristo kaloy-i kami</vt:lpstr>
      <vt:lpstr>Ikaw Nga Nagalingkod Sa Tu-o Sa Amahan</vt:lpstr>
      <vt:lpstr>Arun Pagpangama Alang Kanamo</vt:lpstr>
      <vt:lpstr>Ginoo, Ginoo Kaloy-i kami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7</cp:revision>
  <dcterms:created xsi:type="dcterms:W3CDTF">2025-01-20T04:39:07Z</dcterms:created>
  <dcterms:modified xsi:type="dcterms:W3CDTF">2026-02-28T07:21:45Z</dcterms:modified>
</cp:coreProperties>
</file>