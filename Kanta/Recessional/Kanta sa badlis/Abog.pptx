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89" r:id="rId3"/>
    <p:sldId id="290" r:id="rId4"/>
    <p:sldId id="291" r:id="rId5"/>
    <p:sldId id="292" r:id="rId6"/>
    <p:sldId id="2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 Baya Kalimot Natawo Kang Kabus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 Baya Kalimot Nga Ikaw Mag Paubos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Gikan Sa Abog Gi Umol Ka Nahimong Tawo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Tungod Sa Gugma May Kinabuhi Pa Kita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 Baya Kalimot Kon Wala Pa Ang Dios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Abog Kita Gihapon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Abog Hasta Karun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 Hinomdomi Igsoon Ko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nb-NO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Gikan Sa Abog Pa-uli Sa Abog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Ayaw Baya Kalimot Natawo Kang Kabus Ayaw Baya Kalimot Nga Ikaw Mag Paubos</vt:lpstr>
      <vt:lpstr>Kay Gikan Sa Abog Gi Umol Ka Nahimong Tawo Tungod Sa Gugma May Kinabuhi Pa Kita</vt:lpstr>
      <vt:lpstr>Ayaw Baya Kalimot Kon Wala Pa Ang Dios Abog Kita Gihapon</vt:lpstr>
      <vt:lpstr>Abog Hasta Karun Busa Hinomdomi Igsoon Ko</vt:lpstr>
      <vt:lpstr>Kay Gikan Sa Abog Pa-uli Sa Abog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2025-01-20T04:39:07Z</dcterms:created>
  <dcterms:modified xsi:type="dcterms:W3CDTF">2025-03-04T07:15:58Z</dcterms:modified>
</cp:coreProperties>
</file>