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89" r:id="rId3"/>
    <p:sldId id="303" r:id="rId4"/>
    <p:sldId id="313" r:id="rId5"/>
    <p:sldId id="304" r:id="rId6"/>
    <p:sldId id="314" r:id="rId7"/>
    <p:sldId id="31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Unsay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Igasa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Unsa Igasa Ko Kanimo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Tungod Sa Imong Kaayo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Giluwas Mo Ako Gikan Sa Sala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Kanunay Imong Gipakita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1204546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311001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Kaao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Way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Sukod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1204546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023496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Unsaon Ko Karon Pagbalos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 Ning Tanan?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717452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478599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Giluwas Mo Ako Gikan Sa Sala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Kanunay Imong Gipakita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1204546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609747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Kaao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Way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Sukod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1204546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811208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57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Unsa Igasa Ko Kanimo Tungod Sa Imong Kaayo</vt:lpstr>
      <vt:lpstr>Giluwas Mo Ako Gikan Sa Sala Ug Kanunay Imong Gipakita</vt:lpstr>
      <vt:lpstr>Sa Kaao Nga Way Sukod</vt:lpstr>
      <vt:lpstr>Unsaon Ko Karon Pagbalos Kanimo Ning Tanan?</vt:lpstr>
      <vt:lpstr>Giluwas Mo Ako Gikan Sa Sala Ug Kanunay Imong Gipakita</vt:lpstr>
      <vt:lpstr>Sa Kaao Nga Way Sukod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11</cp:revision>
  <dcterms:created xsi:type="dcterms:W3CDTF">2025-01-20T04:39:07Z</dcterms:created>
  <dcterms:modified xsi:type="dcterms:W3CDTF">2025-03-15T13:00:55Z</dcterms:modified>
</cp:coreProperties>
</file>