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89" r:id="rId3"/>
    <p:sldId id="290" r:id="rId4"/>
    <p:sldId id="291" r:id="rId5"/>
    <p:sldId id="292" r:id="rId6"/>
    <p:sldId id="293" r:id="rId7"/>
    <p:sldId id="29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860BF0-D007-460F-BF20-9BF0E803D277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45CDA7-2137-46DC-A3BF-6A761DA7AC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8224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B4A2E0-9C8A-4EB8-9AA3-93C581DEDC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12032F-EDF3-4B07-B029-455322DDCC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EEBE20-4D51-4E67-81AB-E6B2D302FD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0BAB8F-43C1-43A3-AE7A-DB06AE173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48665-1EF5-4CCB-AA39-100D9F6CD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57763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33A396-FEC6-4EE9-A3B5-34B1CBAC9E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09214E-21C1-47E3-B30B-C09CDDCA7B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6E0AAE-BDC2-4D21-993F-1CF3BDB2FD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44C405-1C9F-4ACF-A429-1249369AC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08A413-4C27-4EEF-839E-4CEF78A848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41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7A1E2-7FB4-4C5E-A3B4-A5357B72E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E3FB9-DF82-4ECC-BA7A-732B0972AF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AC50E4-8EA4-450F-B74F-A43B302BA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87CEE-897D-4C32-A243-71137628E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F5F646-CFBE-4E44-82E6-EA4EEB3A16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72421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6FD20-3CF1-437F-9666-768B3510BE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11DBEF-9A3F-46B0-8922-64733C3CB0C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2EB57B-F797-40E4-BF23-47C374A023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901D66-EBED-44CF-B38F-BDAEF275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B255EF-7B11-4762-AFE9-428D438615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AC2442-FE8B-4C2A-AE7E-3CD3F6BFD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3413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14029-B4B2-4018-8F31-09CCC3D108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B02F63-841C-4C75-BE38-07D9E71140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3F9DBC-CEC6-4568-A007-74D524ABED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D58AB2-64D1-4C79-B7E0-BA485229EF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DBB2CE-25D7-4D6D-BD9A-1D58596F0A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6A02267-50C4-4065-870C-B1C3D3180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795B97-0B1A-488F-AB00-7D112B578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7C7C7F-CEBC-4099-B079-CF69ECCD4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11938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C9BF2-42CC-40F8-B4AC-B4F76280E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FAAB04-FFAB-4400-8DF5-27EE3EAAA4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C7A3982-2577-43F7-A7B3-5027935F50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6A0309-1FA5-4AF8-9177-98B9A8C537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2552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2E56BFE-A9DD-4270-87BC-C9473422D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DE6D1-CF75-4DD0-BFE6-93F21C6A68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1827EA2-A7E0-44F1-A46C-16505907C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186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D7239-9203-4A38-86D6-157A0A317A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DAACA9-BE33-41CF-AAE3-497737F0E0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F005CD3-9F48-43A1-B97A-A9DD296DF2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2EBC92-6F41-4986-99DD-7421ACEDB4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23AB5D-EDD7-44F5-B576-B199D1BF79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0226DC1-9420-43F8-A858-0F61E6B33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3291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1D2ED-79FD-41AA-A8FE-CDD007827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DF8E273-2A53-4C0C-95AA-CDEE23AAD0F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D1811A-3977-4C01-8F99-DAAEAFA811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0612C2-CCCB-4C5E-B13B-FADBC92C15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D558A1-0F79-4DD6-B954-F746AC8FE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55E184-F0E2-4188-9930-956522AEF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536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783B6-D740-4270-A5F4-6205A09FC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7A25800-008A-4CE3-B556-F3A642A815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6F961-8A13-4F8D-ABF4-A894CA9C00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2BF98E-6DFE-4A20-B414-278D4FD90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0FEE452-5FA8-4329-BC83-5C68E53F4E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234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491EAE2-FAC9-4642-91E9-F6590AA655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1B5502-880D-47D2-987F-5A9D0FEDBE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88A91E-62CB-4DA8-ABB8-72788C9D16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529853-B5DE-4E58-95F0-34348DD70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ACA2EC-04F5-4163-AD01-828DCA88A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874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34FF4F-0CE4-40AA-850D-7F1ED98B24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B97078-9FD9-4B64-815F-374B53EE24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8AE06E-6537-4C51-BF41-35B05B89CF4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89CB065-93CC-4F93-97CB-5160E2F98F73}" type="datetimeFigureOut">
              <a:rPr lang="en-US" smtClean="0"/>
              <a:t>3/15/2025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8C3F6B-7716-406C-A42F-C846F2DF39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8306A-251F-4363-8315-B38C936A1D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B7D284-43AF-43BC-BAFF-BC6A4CA2D7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3035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3BF86F-B0D8-490B-9AFE-96DFA766322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Lungsod</a:t>
            </a:r>
            <a:r>
              <a:rPr lang="en-US" sz="4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Nga </a:t>
            </a:r>
            <a:r>
              <a:rPr lang="en-US" sz="4000" dirty="0" err="1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Balaan</a:t>
            </a:r>
            <a:endParaRPr lang="en-US" sz="4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8198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Lungsod Nga Balaan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Ani-a Ta Karon Sa Pag Dayeg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254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Himaya Ang Atong Kaluwasan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Pari-anong Lungsod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67753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Hari-anong Lungsod Awit Pasalamat Tibuok Nasud</a:t>
            </a:r>
            <a:b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Lungsod Nga Palaran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333296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8000"/>
          </a:xfrm>
        </p:spPr>
        <p:txBody>
          <a:bodyPr anchor="ctr">
            <a:normAutofit fontScale="90000"/>
          </a:bodyPr>
          <a:lstStyle/>
          <a:p>
            <a:pPr algn="ctr"/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Ania Ta Karon Sa Pag Awit</a:t>
            </a:r>
            <a:b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fi-FI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 Himaya Sa Gugma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0632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6858000"/>
          </a:xfrm>
        </p:spPr>
        <p:txBody>
          <a:bodyPr anchor="ctr">
            <a:normAutofit/>
          </a:bodyPr>
          <a:lstStyle/>
          <a:p>
            <a:pPr algn="ctr"/>
            <a:r>
              <a:rPr lang="de-D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Ug Pag Laum</a:t>
            </a:r>
            <a:br>
              <a:rPr lang="de-D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Hari-anong Lungsod</a:t>
            </a:r>
            <a:br>
              <a:rPr lang="de-D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de-DE" sz="115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Pari-anong Lungsod  </a:t>
            </a:r>
            <a:endParaRPr lang="en-US" sz="115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55396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6857999"/>
          </a:xfrm>
        </p:spPr>
        <p:txBody>
          <a:bodyPr anchor="ctr">
            <a:normAutofit/>
          </a:bodyPr>
          <a:lstStyle/>
          <a:p>
            <a:pPr algn="ctr"/>
            <a: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Awit Pasalamat</a:t>
            </a:r>
            <a:b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sv-SE" sz="138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Tibuok Nasud</a:t>
            </a:r>
            <a:endParaRPr lang="en-US" sz="138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701336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56</Words>
  <Application>Microsoft Office PowerPoint</Application>
  <PresentationFormat>Widescreen</PresentationFormat>
  <Paragraphs>7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Office Theme</vt:lpstr>
      <vt:lpstr>PowerPoint Presentation</vt:lpstr>
      <vt:lpstr>Lungsod Nga Balaan Ani-a Ta Karon Sa Pag Dayeg</vt:lpstr>
      <vt:lpstr>Sa Himaya Ang Atong Kaluwasan Pari-anong Lungsod</vt:lpstr>
      <vt:lpstr>Hari-anong Lungsod Awit Pasalamat Tibuok Nasud Lungsod Nga Palaran</vt:lpstr>
      <vt:lpstr>Ania Ta Karon Sa Pag Awit Sa Himaya Sa Gugma</vt:lpstr>
      <vt:lpstr>Ug Pag Laum Hari-anong Lungsod Pari-anong Lungsod  </vt:lpstr>
      <vt:lpstr>Awit Pasalamat Tibuok Nasud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10</cp:revision>
  <dcterms:created xsi:type="dcterms:W3CDTF">2025-01-20T04:39:07Z</dcterms:created>
  <dcterms:modified xsi:type="dcterms:W3CDTF">2025-03-15T13:19:06Z</dcterms:modified>
</cp:coreProperties>
</file>