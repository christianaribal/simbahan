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54" r:id="rId3"/>
    <p:sldId id="356" r:id="rId4"/>
    <p:sldId id="357" r:id="rId5"/>
    <p:sldId id="358" r:id="rId6"/>
    <p:sldId id="359" r:id="rId7"/>
    <p:sldId id="455" r:id="rId8"/>
    <p:sldId id="360" r:id="rId9"/>
    <p:sldId id="361" r:id="rId10"/>
    <p:sldId id="456" r:id="rId11"/>
    <p:sldId id="472" r:id="rId12"/>
    <p:sldId id="4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Dios Ang Pag-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ibig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Pagibig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Siyang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Pumukaw</a:t>
            </a:r>
            <a:endParaRPr lang="en-US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Ating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Pusot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Kaluluwa</a:t>
            </a:r>
            <a:endParaRPr lang="en-ID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Siyang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Nagdulot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Ating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Buhay</a:t>
            </a:r>
            <a:endParaRPr lang="en-ID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1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Gintong</a:t>
            </a:r>
            <a:r>
              <a:rPr lang="en-US" sz="1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Aral At Pag-</a:t>
            </a:r>
            <a:r>
              <a:rPr lang="en-US" sz="1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asa</a:t>
            </a:r>
            <a:endParaRPr lang="en-ID" sz="1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Pagibig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Siyang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Buklod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Natin</a:t>
            </a:r>
            <a:endParaRPr lang="en-US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Mapapawi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Kailan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 Man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-1219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Pusot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Diwa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Tayoy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Lamang</a:t>
            </a:r>
            <a:endParaRPr lang="en-US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Kahit Na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Tayoy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Magkawalay</a:t>
            </a:r>
            <a:endParaRPr lang="en-ID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492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Pagat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Pagibig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Magmahalan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Tayot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Magtulungan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440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Kung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Tayoy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Bigo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Ay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Huwag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Limutin</a:t>
            </a:r>
            <a:endParaRPr lang="en-US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May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Tayong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Nagmamahal</a:t>
            </a:r>
            <a:endParaRPr lang="sv-SE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927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Sikapin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Ating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Pagsuyo</a:t>
            </a:r>
            <a:endParaRPr lang="en-US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Ating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Ikalat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Buong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Mundo</a:t>
            </a:r>
            <a:endParaRPr lang="en-ID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64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Pagibig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Hesus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Siyang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Sumakop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Bawat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Pusong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Uhaw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Pagsuyo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592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Pagat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Pagibig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Magmahalan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Tayot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Magtulungan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361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Kung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Tayoy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Bigo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Ay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Huwag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Limutin</a:t>
            </a:r>
            <a:endParaRPr lang="en-US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May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Tayong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Nagmamahal</a:t>
            </a:r>
            <a:endParaRPr lang="sv-SE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973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109</Words>
  <Application>Microsoft Office PowerPoint</Application>
  <PresentationFormat>Widescreen</PresentationFormat>
  <Paragraphs>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11</cp:revision>
  <dcterms:created xsi:type="dcterms:W3CDTF">2025-01-20T04:39:07Z</dcterms:created>
  <dcterms:modified xsi:type="dcterms:W3CDTF">2025-03-15T13:24:53Z</dcterms:modified>
</cp:coreProperties>
</file>