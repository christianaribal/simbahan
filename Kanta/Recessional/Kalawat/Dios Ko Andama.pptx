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303" r:id="rId4"/>
    <p:sldId id="304" r:id="rId5"/>
    <p:sldId id="305" r:id="rId6"/>
    <p:sldId id="306" r:id="rId7"/>
    <p:sldId id="291" r:id="rId8"/>
    <p:sldId id="3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Dios Ko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Andama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 Ko Andama Kining Dughan Ko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Pagkalawat Mo.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 Kining Kaugalingon Kong Kanus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Natina Sa Kasal-anan Ko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00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Linisi Kinin Hangtod Mosidlak Sa Kaputli Mo</a:t>
            </a:r>
            <a:b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 Pun-a Sa Imong Gugma.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99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 Kining Kaugalingon Kong Kanus</a:t>
            </a:r>
            <a:b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Puno Sa Kasakit King Dughan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85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Lipaya Kami Hangtud Maghari Ang Kalipay Mo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 Pun-a Sa Imong Gugma.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7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 Kining Kaugalingon Kong Kanus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Naluya Sa Kalapasan Ko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Lig-ona Kini Hangtod Mabaskog Sa Imong Gugma</a:t>
            </a:r>
            <a:br>
              <a:rPr lang="sv-SE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 Pun-a Imong Gugma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41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85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Diyos Ko Andama Kining Dughan Ko Sa Pagkalawat Mo.</vt:lpstr>
      <vt:lpstr>Dawata Kining Kaugalingon Kong Kanus Natina Sa Kasal-anan Ko</vt:lpstr>
      <vt:lpstr>Linisi Kinin Hangtod Mosidlak Sa Kaputli Mo Diyos Pun-a Sa Imong Gugma.</vt:lpstr>
      <vt:lpstr>Dawata Kining Kaugalingon Kong Kanus Puno Sa Kasakit King Dughan</vt:lpstr>
      <vt:lpstr>Lipaya Kami Hangtud Maghari Ang Kalipay Mo Diyos Pun-a Sa Imong Gugma.</vt:lpstr>
      <vt:lpstr>Dawata Kining Kaugalingon Kong Kanus Naluya Sa Kalapasan Ko</vt:lpstr>
      <vt:lpstr>Lig-ona Kini Hangtod Mabaskog Sa Imong Gugma Diyos Pun-a Imong Gugma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2025-01-20T04:39:07Z</dcterms:created>
  <dcterms:modified xsi:type="dcterms:W3CDTF">2025-03-15T13:04:04Z</dcterms:modified>
</cp:coreProperties>
</file>