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9" r:id="rId3"/>
    <p:sldId id="303" r:id="rId4"/>
    <p:sldId id="304" r:id="rId5"/>
    <p:sldId id="305" r:id="rId6"/>
    <p:sldId id="306" r:id="rId7"/>
    <p:sldId id="291" r:id="rId8"/>
    <p:sldId id="307" r:id="rId9"/>
    <p:sldId id="308" r:id="rId10"/>
    <p:sldId id="309" r:id="rId11"/>
    <p:sldId id="310" r:id="rId12"/>
    <p:sldId id="311" r:id="rId13"/>
    <p:sldId id="3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Lupa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Nagmula Sa Lupa Magbabalik Nang Kusa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Buhay Mong Sa Lupa Nagmula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Bago Mo Linisin Ang Dungis Ng Yong Kapwa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Hugasan Mo Yong Putik Sa Mukha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3311001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it-IT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Kung Ano Ang Di Mo Gusto Wag Gawin Sa Iba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Ref.</a:t>
            </a:r>
          </a:p>
        </p:txBody>
      </p:sp>
    </p:spTree>
    <p:extLst>
      <p:ext uri="{BB962C8B-B14F-4D97-AF65-F5344CB8AC3E}">
        <p14:creationId xmlns:p14="http://schemas.microsoft.com/office/powerpoint/2010/main" val="478599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it-IT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Kung Ano Ang Iyong Inutang Ay Siya Ring Kabayaran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Ref.</a:t>
            </a:r>
          </a:p>
        </p:txBody>
      </p:sp>
    </p:spTree>
    <p:extLst>
      <p:ext uri="{BB962C8B-B14F-4D97-AF65-F5344CB8AC3E}">
        <p14:creationId xmlns:p14="http://schemas.microsoft.com/office/powerpoint/2010/main" val="410285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Mundo Ang Buhay Ay Mayroong Hangganan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Dahil Tayo Ay Lupa Lamang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180447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Hayat Pilitin Mong Ikay Magbago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Habang May Panahon Ikay Magbago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Pagmamahal Sa Kapwa Ay Isipin Mo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78641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it-IT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Kung Ano Ang Di Mo Gusto Wag Gawin Sa Iba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Ref.</a:t>
            </a:r>
          </a:p>
        </p:txBody>
      </p:sp>
    </p:spTree>
    <p:extLst>
      <p:ext uri="{BB962C8B-B14F-4D97-AF65-F5344CB8AC3E}">
        <p14:creationId xmlns:p14="http://schemas.microsoft.com/office/powerpoint/2010/main" val="296644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it-IT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Kung Ano Ang Iyong Inutang Ay Siya Ring Kabayaran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Ref.</a:t>
            </a:r>
          </a:p>
        </p:txBody>
      </p:sp>
    </p:spTree>
    <p:extLst>
      <p:ext uri="{BB962C8B-B14F-4D97-AF65-F5344CB8AC3E}">
        <p14:creationId xmlns:p14="http://schemas.microsoft.com/office/powerpoint/2010/main" val="288315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Mundo Ang Buhay Ay Mayroong Hangganan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Dahil Tayo Ay Lupa Lamang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BC8C41-229D-4B52-A710-DAA149C0F0F9}"/>
              </a:ext>
            </a:extLst>
          </p:cNvPr>
          <p:cNvSpPr/>
          <p:nvPr/>
        </p:nvSpPr>
        <p:spPr>
          <a:xfrm>
            <a:off x="98474" y="112542"/>
            <a:ext cx="717452" cy="323557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265819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Hayat Pilitin Mong Ikay Magbago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Habang May Panahon Ikay Magbago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402063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Pagmamahal Sa Kapwa Ay Isipin Mo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73146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147</Words>
  <Application>Microsoft Office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Nagmula Sa Lupa Magbabalik Nang Kusa Ang Buhay Mong Sa Lupa Nagmula</vt:lpstr>
      <vt:lpstr>Bago Mo Linisin Ang Dungis Ng Yong Kapwa Hugasan Mo Yong Putik Sa Mukha</vt:lpstr>
      <vt:lpstr>Kung Ano Ang Di Mo Gusto Wag Gawin Sa Iba</vt:lpstr>
      <vt:lpstr>Kung Ano Ang Iyong Inutang Ay Siya Ring Kabayaran</vt:lpstr>
      <vt:lpstr>Sa Mundo Ang Buhay Ay Mayroong Hangganan Dahil Tayo Ay Lupa Lamang</vt:lpstr>
      <vt:lpstr>Hayat Pilitin Mong Ikay Magbago Habang May Panahon Ikay Magbago</vt:lpstr>
      <vt:lpstr>Pagmamahal Sa Kapwa Ay Isipin Mo</vt:lpstr>
      <vt:lpstr>Kung Ano Ang Di Mo Gusto Wag Gawin Sa Iba</vt:lpstr>
      <vt:lpstr>Kung Ano Ang Iyong Inutang Ay Siya Ring Kabayaran</vt:lpstr>
      <vt:lpstr>Sa Mundo Ang Buhay Ay Mayroong Hangganan Dahil Tayo Ay Lupa Lamang</vt:lpstr>
      <vt:lpstr>Hayat Pilitin Mong Ikay Magbago Habang May Panahon Ikay Magbago</vt:lpstr>
      <vt:lpstr>Pagmamahal Sa Kapwa Ay Isipin 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2025-01-20T04:39:07Z</dcterms:created>
  <dcterms:modified xsi:type="dcterms:W3CDTF">2025-03-04T07:22:21Z</dcterms:modified>
</cp:coreProperties>
</file>