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9" r:id="rId9"/>
    <p:sldId id="300" r:id="rId10"/>
    <p:sldId id="295" r:id="rId11"/>
    <p:sldId id="297" r:id="rId12"/>
    <p:sldId id="301" r:id="rId13"/>
    <p:sldId id="302" r:id="rId14"/>
    <p:sldId id="3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 Ang Asin Sa Katawhan, Nag Ingon Kanato Ang Ginok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Ang Asin Kawad-an Sa Iyang Kaparat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 Na Kinu Kapuslaman, Ug Angay Lamang Isalibay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Tunub-tunuban Sa Mga Tawo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Maingon Niini Ang Tawo Kawad-an Siyag Bili Ning Kalibutan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 Ang Kahayag Sa Katawhan, Nag Ingon Kanato Ang Ginok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Siyudad Nga Nahimutang Sa Bungtod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 Gyud Matago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Magdagkot Ug Suga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Aron Lamang Taguan Sa Gantangan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Ihutang Gayud Sa Tungtunganan Arun Madun-ag Sa Tanan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 Ipadan-ag Gayud Ang Inyong Kahayag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Atubangan Sa Mga Tawo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35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nn-NO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Makita Ang Maayo Ninyong Buhat</a:t>
            </a:r>
            <a:br>
              <a:rPr lang="nn-NO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Magdayeg Silang Tanan</a:t>
            </a:r>
            <a:endParaRPr lang="en-US" sz="10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542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nn-NO" sz="1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inyong langitnon amahan</a:t>
            </a:r>
            <a:br>
              <a:rPr lang="nn-NO" sz="1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sz="1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 Ang asin ug kahayag</a:t>
            </a:r>
          </a:p>
        </p:txBody>
      </p:sp>
    </p:spTree>
    <p:extLst>
      <p:ext uri="{BB962C8B-B14F-4D97-AF65-F5344CB8AC3E}">
        <p14:creationId xmlns:p14="http://schemas.microsoft.com/office/powerpoint/2010/main" val="1721520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115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Kamo Ang Asin Sa Katawhan, Nag Ingon Kanato Ang Ginok</vt:lpstr>
      <vt:lpstr>Kung Ang Asin Kawad-an Sa Iyang Kaparat</vt:lpstr>
      <vt:lpstr>Wala Na Kinu Kapuslaman, Ug Angay Lamang Isalibay</vt:lpstr>
      <vt:lpstr>Ug Tunub-tunuban Sa Mga Tawo</vt:lpstr>
      <vt:lpstr>Ug Maingon Niini Ang Tawo Kawad-an Siyag Bili Ning Kalibutan</vt:lpstr>
      <vt:lpstr>Kamo Ang Kahayag Sa Katawhan, Nag Ingon Kanato Ang Ginok</vt:lpstr>
      <vt:lpstr>Ang Siyudad Nga Nahimutang Sa Bungtod</vt:lpstr>
      <vt:lpstr>Dili Gyud Matago Walay Magdagkot Ug Suga</vt:lpstr>
      <vt:lpstr>Aron Lamang Taguan Sa Gantangan</vt:lpstr>
      <vt:lpstr>Ihutang Gayud Sa Tungtunganan Arun Madun-ag Sa Tanan</vt:lpstr>
      <vt:lpstr>Busa Ipadan-ag Gayud Ang Inyong Kahayag Atubangan Sa Mga Tawo</vt:lpstr>
      <vt:lpstr>Arun Makita Ang Maayo Ninyong Buhat Ug Magdayeg Silang Tanan</vt:lpstr>
      <vt:lpstr>Sa inyong langitnon amahan Kamo Ang asin ug kahayag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2025-03-15T13:08:32Z</dcterms:modified>
</cp:coreProperties>
</file>