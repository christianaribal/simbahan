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9" r:id="rId9"/>
    <p:sldId id="300" r:id="rId10"/>
    <p:sldId id="295" r:id="rId11"/>
    <p:sldId id="297" r:id="rId12"/>
    <p:sldId id="301" r:id="rId13"/>
    <p:sldId id="3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Tulubagon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Walay Bisag Kinsa Nga Mabuhi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Kaugalingon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Walay Bisag Kinsa Nga Mamatay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Kaugalingon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Adunay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Atong Pagpangga Ug Pag-alagad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Kaigsoonan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Gisangyaw Ta Ang Maayong Balita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Kaluwasan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33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92338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6958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Magkaduyog Ang Panag-awit</a:t>
            </a:r>
            <a:b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Kanasuran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36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 Paga-ilhon Nga Anak Sa Dios Nga Amahan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5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63735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90754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113</Words>
  <Application>Microsoft Office PowerPoint</Application>
  <PresentationFormat>Widescreen</PresentationFormat>
  <Paragraphs>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Walay Bisag Kinsa Nga Mabuhi Sa Kaugalingon Lamang</vt:lpstr>
      <vt:lpstr>Walay Bisag Kinsa Nga Mamatay Sa Kaugalingon Lamang</vt:lpstr>
      <vt:lpstr>Kitang Tanan Adunay Tulubagon Sa Usag Usa</vt:lpstr>
      <vt:lpstr>Kitang Tanan Gihiusa Sa Dios Nga 'Yang Katawhan</vt:lpstr>
      <vt:lpstr>Sa Atong Pagpangga Ug Pag-alagad Sa Kaigsoonan</vt:lpstr>
      <vt:lpstr>Gisangyaw Ta Ang Maayong Balita Sa Kaluwasan</vt:lpstr>
      <vt:lpstr>Kitang Tanan Dunay Tulubagon Sa Usag Usa</vt:lpstr>
      <vt:lpstr>Kitang Tanan Gihiusa Sa Dios Nga 'Yang Katawhan</vt:lpstr>
      <vt:lpstr>Ug Magkaduyog Ang Panag-awit Sa Kanasuran</vt:lpstr>
      <vt:lpstr>Kita Paga-ilhon Nga Anak Sa Dios Nga Amahan</vt:lpstr>
      <vt:lpstr>Kitang Tanan Dunay Tulubagon Sa Usag Usa</vt:lpstr>
      <vt:lpstr>Kitang Tanan Gihiusa Sa Dios Nga 'Yang Katawhan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12</cp:revision>
  <dcterms:created xsi:type="dcterms:W3CDTF">2025-01-20T04:39:07Z</dcterms:created>
  <dcterms:modified xsi:type="dcterms:W3CDTF">2026-02-22T01:31:42Z</dcterms:modified>
</cp:coreProperties>
</file>