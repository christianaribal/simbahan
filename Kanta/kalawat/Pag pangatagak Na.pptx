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4" r:id="rId3"/>
    <p:sldId id="356" r:id="rId4"/>
    <p:sldId id="357" r:id="rId5"/>
    <p:sldId id="358" r:id="rId6"/>
    <p:sldId id="359" r:id="rId7"/>
    <p:sldId id="572" r:id="rId8"/>
    <p:sldId id="573" r:id="rId9"/>
    <p:sldId id="520" r:id="rId10"/>
    <p:sldId id="360" r:id="rId11"/>
    <p:sldId id="574" r:id="rId12"/>
    <p:sldId id="575" r:id="rId13"/>
    <p:sldId id="560" r:id="rId14"/>
    <p:sldId id="361" r:id="rId15"/>
    <p:sldId id="576" r:id="rId16"/>
    <p:sldId id="57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Pangatagak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 </a:t>
            </a:r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Pangatagak</a:t>
            </a:r>
            <a:r>
              <a:rPr lang="en-US" sz="1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endParaRPr lang="en-US" sz="1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Kalangitan</a:t>
            </a:r>
            <a:endParaRPr lang="en-US" sz="1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753419-42DB-4A7F-9594-64F079B4CFD4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8927703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Himoa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Mam'yoos</a:t>
            </a:r>
            <a:endParaRPr lang="en-US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Manluluwas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Kayutaan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EDB07F-4577-404F-8041-226056EB7FE4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3032243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9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Kalangitan</a:t>
            </a:r>
            <a:r>
              <a:rPr lang="en-US" sz="9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Nagbutyag</a:t>
            </a:r>
            <a:endParaRPr lang="en-US" sz="9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9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Diosnong</a:t>
            </a:r>
            <a:r>
              <a:rPr lang="en-US" sz="9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9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Himaya</a:t>
            </a:r>
            <a:r>
              <a:rPr lang="en-US" sz="9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/>
            <a:r>
              <a:rPr lang="en-US" sz="9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</a:t>
            </a:r>
            <a:r>
              <a:rPr lang="en-US" sz="9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Kalibutan</a:t>
            </a:r>
            <a:r>
              <a:rPr lang="en-US" sz="9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Nag-</a:t>
            </a:r>
            <a:r>
              <a:rPr lang="en-US" sz="9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awit</a:t>
            </a:r>
            <a:endParaRPr lang="en-US" sz="9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82824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Diosnong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Gugma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ctr"/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Adlaw'ng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Tanan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Nag-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asoy</a:t>
            </a:r>
            <a:endParaRPr lang="en-US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Estoryang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Balaan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en-ID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219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Nagsangyaw</a:t>
            </a:r>
            <a:r>
              <a:rPr lang="en-US" sz="1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Maayong</a:t>
            </a:r>
            <a:r>
              <a:rPr lang="en-US" sz="1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Balita</a:t>
            </a:r>
            <a:r>
              <a:rPr lang="en-US" sz="1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 </a:t>
            </a:r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endParaRPr lang="en-ID" sz="1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4492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 </a:t>
            </a:r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Pangatagak</a:t>
            </a:r>
            <a:r>
              <a:rPr lang="en-US" sz="1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endParaRPr lang="en-US" sz="1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Kalangitan</a:t>
            </a:r>
            <a:endParaRPr lang="en-US" sz="1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753419-42DB-4A7F-9594-64F079B4CFD4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47320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Himoa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Mam'yoos</a:t>
            </a:r>
            <a:endParaRPr lang="en-US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Manluluwas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Kayutaan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EDB07F-4577-404F-8041-226056EB7FE4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705026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2CF71-ED5C-E157-3444-35BD2EDBE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25B3B90-E645-7A08-664B-FE3A4B6D86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Ang Kalibutan Nangandoy Kanimo Ginoo,</a:t>
            </a:r>
          </a:p>
          <a:p>
            <a:pPr algn="ctr"/>
            <a:r>
              <a:rPr lang="sv-SE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Ug Nagpaabot Sa Imong Langitnong gasa,</a:t>
            </a:r>
          </a:p>
        </p:txBody>
      </p:sp>
    </p:spTree>
    <p:extLst>
      <p:ext uri="{BB962C8B-B14F-4D97-AF65-F5344CB8AC3E}">
        <p14:creationId xmlns:p14="http://schemas.microsoft.com/office/powerpoint/2010/main" val="1607652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Ikaw Gayud Ang Among Barugann, Ginoo,</a:t>
            </a:r>
          </a:p>
          <a:p>
            <a:pPr algn="ctr"/>
            <a:r>
              <a:rPr lang="sv-SE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Natingban Sa Kalig-on, Natugob Ka Sa Gugma.</a:t>
            </a:r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6927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 </a:t>
            </a:r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Pangatagak</a:t>
            </a:r>
            <a:r>
              <a:rPr lang="en-US" sz="1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endParaRPr lang="en-US" sz="1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Kalangitan</a:t>
            </a:r>
            <a:endParaRPr lang="en-US" sz="1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753419-42DB-4A7F-9594-64F079B4CFD4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300271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Himoa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Mam'yoos</a:t>
            </a:r>
            <a:endParaRPr lang="en-US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Manluluwas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Kayutaan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EDB07F-4577-404F-8041-226056EB7FE4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9463039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Ayaw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Paglangan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Naghangyo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Imong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Katawhan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Ayaw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Paglangan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ikaw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among </a:t>
            </a:r>
            <a:r>
              <a:rPr lang="en-ID" sz="9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gilauman</a:t>
            </a:r>
            <a:r>
              <a:rPr lang="en-ID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0426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1219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Ginoong Dios, Tuguti Nga Sa Imong Kaayo,</a:t>
            </a:r>
          </a:p>
          <a:p>
            <a:pPr algn="ctr"/>
            <a:r>
              <a:rPr lang="it-IT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Maandam Ang Katawhan Sa Imong Pagkatawo.</a:t>
            </a:r>
            <a:endParaRPr lang="en-ID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9664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 </a:t>
            </a:r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Pangatagak</a:t>
            </a:r>
            <a:r>
              <a:rPr lang="en-US" sz="1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Na, </a:t>
            </a:r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Yamog</a:t>
            </a:r>
            <a:endParaRPr lang="en-US" sz="1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1733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173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Kalangitan</a:t>
            </a:r>
            <a:endParaRPr lang="en-US" sz="117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753419-42DB-4A7F-9594-64F079B4CFD4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14848638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D4EDD6-DCB2-420C-ACFA-D33CC2ACEAE1}"/>
              </a:ext>
            </a:extLst>
          </p:cNvPr>
          <p:cNvSpPr/>
          <p:nvPr/>
        </p:nvSpPr>
        <p:spPr>
          <a:xfrm>
            <a:off x="0" y="20320"/>
            <a:ext cx="12192000" cy="6858000"/>
          </a:xfrm>
          <a:prstGeom prst="rect">
            <a:avLst/>
          </a:prstGeom>
          <a:solidFill>
            <a:schemeClr val="tx1">
              <a:alpha val="3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Himoa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Mam'yoos</a:t>
            </a:r>
            <a:endParaRPr lang="en-US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Manluluwas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Ang </a:t>
            </a:r>
            <a:r>
              <a:rPr lang="en-US" sz="10666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Kayutaan</a:t>
            </a:r>
            <a:r>
              <a:rPr lang="en-US" sz="10666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D" sz="1066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1FEDB07F-4577-404F-8041-226056EB7FE4}"/>
              </a:ext>
            </a:extLst>
          </p:cNvPr>
          <p:cNvSpPr/>
          <p:nvPr/>
        </p:nvSpPr>
        <p:spPr>
          <a:xfrm>
            <a:off x="157163" y="84821"/>
            <a:ext cx="1458987" cy="48224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Chorus</a:t>
            </a:r>
          </a:p>
        </p:txBody>
      </p:sp>
    </p:spTree>
    <p:extLst>
      <p:ext uri="{BB962C8B-B14F-4D97-AF65-F5344CB8AC3E}">
        <p14:creationId xmlns:p14="http://schemas.microsoft.com/office/powerpoint/2010/main" val="28957017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157</Words>
  <Application>Microsoft Office PowerPoint</Application>
  <PresentationFormat>Widescreen</PresentationFormat>
  <Paragraphs>41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6</cp:revision>
  <dcterms:created xsi:type="dcterms:W3CDTF">2025-01-20T04:39:07Z</dcterms:created>
  <dcterms:modified xsi:type="dcterms:W3CDTF">2025-02-15T12:13:44Z</dcterms:modified>
</cp:coreProperties>
</file>