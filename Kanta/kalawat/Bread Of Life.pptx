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4" r:id="rId3"/>
    <p:sldId id="356" r:id="rId4"/>
    <p:sldId id="357" r:id="rId5"/>
    <p:sldId id="358" r:id="rId6"/>
    <p:sldId id="359" r:id="rId7"/>
    <p:sldId id="455" r:id="rId8"/>
    <p:sldId id="360" r:id="rId9"/>
    <p:sldId id="361" r:id="rId10"/>
    <p:sldId id="4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Bread Of Life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The Bread Of Life</a:t>
            </a: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Who Comes To Me Shall Not Hunger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Who Believes In Me Shall Not Thirst</a:t>
            </a:r>
          </a:p>
          <a:p>
            <a:pPr algn="ctr"/>
            <a:r>
              <a:rPr lang="en-US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One Can Come To Me, Unless The Father Draws Him</a:t>
            </a:r>
            <a:endParaRPr lang="en-ID" sz="9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 Will Raise Him Up</a:t>
            </a:r>
          </a:p>
          <a:p>
            <a:pPr algn="ctr"/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 Will Raise Him Up</a:t>
            </a:r>
          </a:p>
          <a:p>
            <a:pPr algn="ctr"/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 Will Raise Him Up</a:t>
            </a:r>
          </a:p>
          <a:p>
            <a:pPr algn="ctr"/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Last Day</a:t>
            </a: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Bread That I Will Give</a:t>
            </a: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Flesh For The Life Of The World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1219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Who Eats Of This Bread</a:t>
            </a: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Shall Live Forever</a:t>
            </a: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Shall Live Forever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92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 Will Raise Him Up</a:t>
            </a:r>
          </a:p>
          <a:p>
            <a:pPr algn="ctr"/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 Will Raise Him Up</a:t>
            </a:r>
          </a:p>
          <a:p>
            <a:pPr algn="ctr"/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 Will Raise Him Up</a:t>
            </a:r>
          </a:p>
          <a:p>
            <a:pPr algn="ctr"/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Last Day</a:t>
            </a:r>
          </a:p>
        </p:txBody>
      </p:sp>
    </p:spTree>
    <p:extLst>
      <p:ext uri="{BB962C8B-B14F-4D97-AF65-F5344CB8AC3E}">
        <p14:creationId xmlns:p14="http://schemas.microsoft.com/office/powerpoint/2010/main" val="3053440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The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Ressurection</a:t>
            </a:r>
            <a:endParaRPr lang="en-US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The Life</a:t>
            </a: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Who Believes I Me</a:t>
            </a:r>
            <a:endParaRPr lang="sv-SE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If He Dies</a:t>
            </a: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Shall Live Forever</a:t>
            </a: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Shall Live Forever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64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 Will Raise Him Up</a:t>
            </a:r>
          </a:p>
          <a:p>
            <a:pPr algn="ctr"/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 Will Raise Him Up</a:t>
            </a:r>
          </a:p>
          <a:p>
            <a:pPr algn="ctr"/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 Will Raise Him Up</a:t>
            </a:r>
          </a:p>
          <a:p>
            <a:pPr algn="ctr"/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Last Day</a:t>
            </a:r>
          </a:p>
        </p:txBody>
      </p:sp>
    </p:spTree>
    <p:extLst>
      <p:ext uri="{BB962C8B-B14F-4D97-AF65-F5344CB8AC3E}">
        <p14:creationId xmlns:p14="http://schemas.microsoft.com/office/powerpoint/2010/main" val="3188592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157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2025-01-20T04:39:07Z</dcterms:created>
  <dcterms:modified xsi:type="dcterms:W3CDTF">2025-02-15T11:36:15Z</dcterms:modified>
</cp:coreProperties>
</file>