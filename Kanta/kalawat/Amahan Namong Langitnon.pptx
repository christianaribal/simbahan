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54" r:id="rId3"/>
    <p:sldId id="356" r:id="rId4"/>
    <p:sldId id="357" r:id="rId5"/>
    <p:sldId id="358" r:id="rId6"/>
    <p:sldId id="359" r:id="rId7"/>
    <p:sldId id="455" r:id="rId8"/>
    <p:sldId id="360" r:id="rId9"/>
    <p:sldId id="361" r:id="rId10"/>
    <p:sldId id="456" r:id="rId11"/>
    <p:sldId id="457" r:id="rId12"/>
    <p:sldId id="458" r:id="rId13"/>
    <p:sldId id="459" r:id="rId14"/>
    <p:sldId id="460" r:id="rId15"/>
    <p:sldId id="461" r:id="rId16"/>
    <p:sldId id="462" r:id="rId17"/>
    <p:sldId id="463" r:id="rId18"/>
    <p:sldId id="464" r:id="rId19"/>
    <p:sldId id="465" r:id="rId20"/>
    <p:sldId id="466" r:id="rId21"/>
    <p:sldId id="467" r:id="rId22"/>
    <p:sldId id="468" r:id="rId23"/>
    <p:sldId id="469" r:id="rId24"/>
    <p:sldId id="47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-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Amahan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Namong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Langitnon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Amahan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Namong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Langitnon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algn="ctr"/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Tuburan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Ikaw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Gugma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Tudlo-i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Kami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endParaRPr lang="en-ID" sz="1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770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Ug Unsay Among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Himoon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Nga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Unta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Among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Maangkon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Himaya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Nga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Langitnon</a:t>
            </a:r>
            <a:endParaRPr lang="en-ID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243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Agaka</a:t>
            </a:r>
            <a:r>
              <a:rPr lang="en-US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Kami </a:t>
            </a:r>
            <a:r>
              <a:rPr lang="en-US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US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ngadto</a:t>
            </a:r>
            <a:r>
              <a:rPr lang="en-US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Kahingpitan</a:t>
            </a:r>
            <a:endParaRPr lang="en-ID" sz="1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8282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Kay </a:t>
            </a:r>
            <a:r>
              <a:rPr lang="en-US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Ikaw</a:t>
            </a:r>
            <a:r>
              <a:rPr lang="en-US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 Ang </a:t>
            </a:r>
            <a:r>
              <a:rPr lang="en-US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Gugma</a:t>
            </a:r>
            <a:r>
              <a:rPr lang="en-US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Ning Among </a:t>
            </a:r>
            <a:r>
              <a:rPr lang="en-US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Kasingkasing</a:t>
            </a:r>
            <a:endParaRPr lang="en-ID" sz="1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1219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-1219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Ug Amo Nga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Palamboon</a:t>
            </a:r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Ngadto</a:t>
            </a:r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Tanang</a:t>
            </a:r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Katawhan</a:t>
            </a:r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D" sz="1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492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Pulong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Managhiusa'g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Magtinabangay</a:t>
            </a:r>
            <a:endParaRPr lang="en-ID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3440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Kay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Kini</a:t>
            </a:r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Mao Ang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Dalan</a:t>
            </a:r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Gingharian</a:t>
            </a:r>
            <a:endParaRPr lang="en-US" sz="1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ATong</a:t>
            </a:r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Amahan</a:t>
            </a:r>
            <a:endParaRPr lang="sv-SE" sz="1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927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Amahan</a:t>
            </a:r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Namong</a:t>
            </a:r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Langitnon</a:t>
            </a:r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algn="ctr"/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Tuburan</a:t>
            </a:r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Ikaw</a:t>
            </a:r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Gugma</a:t>
            </a:r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D" sz="1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9664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Ning </a:t>
            </a:r>
            <a:r>
              <a:rPr lang="en-US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Kasingkasimg</a:t>
            </a:r>
            <a:r>
              <a:rPr lang="en-US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Buboi</a:t>
            </a:r>
            <a:r>
              <a:rPr lang="en-US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Matin-aw'ng</a:t>
            </a:r>
            <a:r>
              <a:rPr lang="en-US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Tubig</a:t>
            </a:r>
            <a:endParaRPr lang="en-ID" sz="1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8592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Hugasi</a:t>
            </a:r>
            <a:r>
              <a:rPr lang="en-US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Nga </a:t>
            </a:r>
            <a:r>
              <a:rPr lang="en-US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Unta</a:t>
            </a:r>
            <a:r>
              <a:rPr lang="en-US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Among </a:t>
            </a:r>
            <a:r>
              <a:rPr lang="en-US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Maangkon</a:t>
            </a:r>
            <a:r>
              <a:rPr lang="en-US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Himaya</a:t>
            </a:r>
            <a:r>
              <a:rPr lang="en-US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Nga </a:t>
            </a:r>
            <a:r>
              <a:rPr lang="en-US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Langitnon</a:t>
            </a:r>
            <a:endParaRPr lang="en-ID" sz="1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6293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Agaka</a:t>
            </a:r>
            <a:r>
              <a:rPr lang="en-US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Kami </a:t>
            </a:r>
            <a:r>
              <a:rPr lang="en-US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US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Ngadto</a:t>
            </a:r>
            <a:r>
              <a:rPr lang="en-US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Kahingpitan</a:t>
            </a:r>
            <a:endParaRPr lang="en-ID" sz="1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6774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Kay </a:t>
            </a:r>
            <a:r>
              <a:rPr lang="en-US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Ikaw</a:t>
            </a:r>
            <a:r>
              <a:rPr lang="en-US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 Ang </a:t>
            </a:r>
            <a:r>
              <a:rPr lang="en-US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Gugma</a:t>
            </a:r>
            <a:r>
              <a:rPr lang="en-US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Ning Among </a:t>
            </a:r>
            <a:r>
              <a:rPr lang="en-US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Kasingkasing</a:t>
            </a:r>
            <a:endParaRPr lang="en-ID" sz="1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050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-1219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Ug Amo Nga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Palamboon</a:t>
            </a:r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Ngadto</a:t>
            </a:r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Tanang</a:t>
            </a:r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Katawhan</a:t>
            </a:r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D" sz="1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81887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Pulong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Managhiusa'g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Magtinabangay</a:t>
            </a:r>
            <a:endParaRPr lang="en-ID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36173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Kay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Kini</a:t>
            </a:r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Mao Ang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Dalan</a:t>
            </a:r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Gingharian</a:t>
            </a:r>
            <a:endParaRPr lang="en-US" sz="1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'Tong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Amahan</a:t>
            </a:r>
            <a:endParaRPr lang="sv-SE" sz="1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05511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Amahan</a:t>
            </a:r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Namong</a:t>
            </a:r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Langitnon</a:t>
            </a:r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algn="ctr"/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Tuburan</a:t>
            </a:r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Ikaw</a:t>
            </a:r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Gugma</a:t>
            </a:r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sv-SE" sz="1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81733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Lawas</a:t>
            </a:r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Ug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Kalag</a:t>
            </a:r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Dasiga</a:t>
            </a:r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Nga Ang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Diwa</a:t>
            </a:r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Matuman</a:t>
            </a:r>
            <a:endParaRPr lang="sv-SE" sz="1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95629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Nga Unta Among Maangkon Ang Diosnon Nga Katilingban</a:t>
            </a:r>
          </a:p>
        </p:txBody>
      </p:sp>
    </p:spTree>
    <p:extLst>
      <p:ext uri="{BB962C8B-B14F-4D97-AF65-F5344CB8AC3E}">
        <p14:creationId xmlns:p14="http://schemas.microsoft.com/office/powerpoint/2010/main" val="2454738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Ikaw Day Bugtong Nasayod Nangputanan Ning Tanan</a:t>
            </a:r>
          </a:p>
        </p:txBody>
      </p:sp>
    </p:spTree>
    <p:extLst>
      <p:ext uri="{BB962C8B-B14F-4D97-AF65-F5344CB8AC3E}">
        <p14:creationId xmlns:p14="http://schemas.microsoft.com/office/powerpoint/2010/main" val="37967261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Kay </a:t>
            </a:r>
            <a:r>
              <a:rPr lang="en-US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Ikaw</a:t>
            </a:r>
            <a:r>
              <a:rPr lang="en-US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 Ang </a:t>
            </a:r>
            <a:r>
              <a:rPr lang="en-US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Gugma</a:t>
            </a:r>
            <a:r>
              <a:rPr lang="en-US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Ning Among </a:t>
            </a:r>
            <a:r>
              <a:rPr lang="en-US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Kasingkasing</a:t>
            </a:r>
            <a:endParaRPr lang="en-ID" sz="1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45602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-1219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Ug Amo Nga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Palamboon</a:t>
            </a:r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Ngadto</a:t>
            </a:r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Tanang</a:t>
            </a:r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Katawhan</a:t>
            </a:r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D" sz="1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30970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Pulong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Managhiusa'g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Magtinabangay</a:t>
            </a:r>
            <a:endParaRPr lang="en-ID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70879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Kay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Kini</a:t>
            </a:r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Mao Ang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Dalan</a:t>
            </a:r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Gingharian</a:t>
            </a:r>
            <a:endParaRPr lang="en-US" sz="1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'Tong </a:t>
            </a:r>
            <a:r>
              <a:rPr lang="en-US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Amahan</a:t>
            </a:r>
            <a:endParaRPr lang="sv-SE" sz="1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3453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195</Words>
  <Application>Microsoft Office PowerPoint</Application>
  <PresentationFormat>Widescreen</PresentationFormat>
  <Paragraphs>30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8</cp:revision>
  <dcterms:created xsi:type="dcterms:W3CDTF">2025-01-20T04:39:07Z</dcterms:created>
  <dcterms:modified xsi:type="dcterms:W3CDTF">2025-04-06T01:08:42Z</dcterms:modified>
</cp:coreProperties>
</file>