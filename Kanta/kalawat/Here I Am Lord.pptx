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471" r:id="rId6"/>
    <p:sldId id="358" r:id="rId7"/>
    <p:sldId id="472" r:id="rId8"/>
    <p:sldId id="473" r:id="rId9"/>
    <p:sldId id="474" r:id="rId10"/>
    <p:sldId id="475" r:id="rId11"/>
    <p:sldId id="477" r:id="rId12"/>
    <p:sldId id="478" r:id="rId13"/>
    <p:sldId id="476" r:id="rId14"/>
    <p:sldId id="479" r:id="rId15"/>
    <p:sldId id="480" r:id="rId16"/>
    <p:sldId id="481" r:id="rId17"/>
    <p:sldId id="4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I Am Lord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Arial" panose="020B0604020202020204" pitchFamily="34" charset="0"/>
                <a:cs typeface="Arial" panose="020B0604020202020204" pitchFamily="34" charset="0"/>
              </a:rPr>
              <a:t>I, The Lord Of Sea And Sky,</a:t>
            </a:r>
          </a:p>
          <a:p>
            <a:pPr algn="ctr"/>
            <a:r>
              <a:rPr lang="en-US" sz="10000" dirty="0">
                <a:latin typeface="Arial" panose="020B0604020202020204" pitchFamily="34" charset="0"/>
                <a:cs typeface="Arial" panose="020B0604020202020204" pitchFamily="34" charset="0"/>
              </a:rPr>
              <a:t>I Have Heard My People Cry.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300" dirty="0">
                <a:latin typeface="Arial" panose="020B0604020202020204" pitchFamily="34" charset="0"/>
                <a:cs typeface="Arial" panose="020B0604020202020204" pitchFamily="34" charset="0"/>
              </a:rPr>
              <a:t>All Who Dwell In Dark And Sin</a:t>
            </a:r>
          </a:p>
          <a:p>
            <a:pPr algn="ctr"/>
            <a:r>
              <a:rPr lang="en-US" sz="9300" dirty="0">
                <a:latin typeface="Arial" panose="020B0604020202020204" pitchFamily="34" charset="0"/>
                <a:cs typeface="Arial" panose="020B0604020202020204" pitchFamily="34" charset="0"/>
              </a:rPr>
              <a:t>My Hand Will Save.</a:t>
            </a:r>
          </a:p>
          <a:p>
            <a:pPr algn="ctr"/>
            <a:r>
              <a:rPr lang="en-US" sz="9300" dirty="0">
                <a:latin typeface="Arial" panose="020B0604020202020204" pitchFamily="34" charset="0"/>
                <a:cs typeface="Arial" panose="020B0604020202020204" pitchFamily="34" charset="0"/>
              </a:rPr>
              <a:t>I Who Made Stars Of Night,</a:t>
            </a:r>
            <a:endParaRPr lang="en-ID" sz="9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I Will Make Their Darkness Bright.</a:t>
            </a:r>
          </a:p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Who Will Bear My Light To Them?</a:t>
            </a:r>
            <a:endParaRPr lang="en-ID" sz="1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500" dirty="0">
                <a:latin typeface="Arial" panose="020B0604020202020204" pitchFamily="34" charset="0"/>
                <a:cs typeface="Arial" panose="020B0604020202020204" pitchFamily="34" charset="0"/>
              </a:rPr>
              <a:t>Whom Shall I Send?</a:t>
            </a:r>
            <a:endParaRPr lang="en-ID" sz="1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84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Arial" panose="020B0604020202020204" pitchFamily="34" charset="0"/>
                <a:cs typeface="Arial" panose="020B0604020202020204" pitchFamily="34" charset="0"/>
              </a:rPr>
              <a:t>Here I Am, Lord. Is It I, Lord?</a:t>
            </a:r>
          </a:p>
          <a:p>
            <a:pPr algn="ctr"/>
            <a:r>
              <a:rPr lang="en-US" sz="10000" dirty="0">
                <a:latin typeface="Arial" panose="020B0604020202020204" pitchFamily="34" charset="0"/>
                <a:cs typeface="Arial" panose="020B0604020202020204" pitchFamily="34" charset="0"/>
              </a:rPr>
              <a:t>I Have Heard You Calling In The Night.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Will Go, Lord, If You Lead Me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Will Hold Your People In My Heart.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2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F4834-A958-7BE0-DCC7-86E02C30F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9DDA91-06B0-3454-5898-8ABE0B44280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I, The Lord Of Snow And Rain,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Have Borne My People's Pain.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3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D57E-31F6-45CE-371A-53AE48F0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ED1D82-494E-9F69-7E11-44D2D3788D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Have Wept For Love Of Them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They Turn Away.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Will Break Their Hearts Of Stone,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809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2587C-E049-6A64-E159-64CA7B54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DDA627-D7FC-0947-F96C-C73E95C99D27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Give Them Hearts For Love Alone,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Will Speak My Word To Them.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Whom Shall I Send? 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24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0084-D02A-2B18-0891-9CA4A585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8B2238-5A3C-AA2B-D8CB-2678F04169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Arial" panose="020B0604020202020204" pitchFamily="34" charset="0"/>
                <a:cs typeface="Arial" panose="020B0604020202020204" pitchFamily="34" charset="0"/>
              </a:rPr>
              <a:t>Here I Am, Lord. Is It I, Lord?</a:t>
            </a:r>
          </a:p>
          <a:p>
            <a:pPr algn="ctr"/>
            <a:r>
              <a:rPr lang="en-US" sz="10000" dirty="0">
                <a:latin typeface="Arial" panose="020B0604020202020204" pitchFamily="34" charset="0"/>
                <a:cs typeface="Arial" panose="020B0604020202020204" pitchFamily="34" charset="0"/>
              </a:rPr>
              <a:t>I Have Heard You Calling In The Night.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064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DFA8-2D35-D9AE-99FB-1CBCD243A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FC4AE6-F664-B630-19FE-FD459D5CE9E4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Will Go, Lord, If You Lead Me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Will Hold Your People In My Heart.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325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DB60D-709C-009F-365E-F6367AE22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506F0D-34D4-0F61-2BDD-2E5DA417E267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I, The Lord Of Wind And Flame,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Will Tend The Poor And Lame.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835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1867F-DF90-CF88-4EF8-18089850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A3368-98C8-739D-C4F6-B5D675491D2D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Will Set A Feast For Them,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My Hand Will Save.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Finest Bread I Will Provide,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66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379A9-B7FE-2857-3494-D680B60C5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2FFBC2-DF10-83F2-D9F1-3D43A281D188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Till Their Hearts Be Satisfied.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Will Give My Life To Them.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Whom Shall I Send?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40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0ABA-D9D5-6C7B-4267-8037C41D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BA0AAA-F9B3-5B7E-E894-C84C0B2AA8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Arial" panose="020B0604020202020204" pitchFamily="34" charset="0"/>
                <a:cs typeface="Arial" panose="020B0604020202020204" pitchFamily="34" charset="0"/>
              </a:rPr>
              <a:t>Here I Am, Lord. Is It I, Lord?</a:t>
            </a:r>
          </a:p>
          <a:p>
            <a:pPr algn="ctr"/>
            <a:r>
              <a:rPr lang="en-US" sz="10000" dirty="0">
                <a:latin typeface="Arial" panose="020B0604020202020204" pitchFamily="34" charset="0"/>
                <a:cs typeface="Arial" panose="020B0604020202020204" pitchFamily="34" charset="0"/>
              </a:rPr>
              <a:t>I Have Heard You Calling In The Night.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104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075A-C933-869F-524C-D3BE2A7B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0F07FE-C465-8940-E1D4-BDCB78B2B5FC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Will Go, Lord, If You Lead Me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Will Hold Your People In My Heart.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898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289</Words>
  <Application>Microsoft Office PowerPoint</Application>
  <PresentationFormat>Widescreen</PresentationFormat>
  <Paragraphs>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</cp:revision>
  <dcterms:created xsi:type="dcterms:W3CDTF">2025-01-20T04:39:07Z</dcterms:created>
  <dcterms:modified xsi:type="dcterms:W3CDTF">2025-06-25T09:13:45Z</dcterms:modified>
</cp:coreProperties>
</file>