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354" r:id="rId3"/>
    <p:sldId id="356" r:id="rId4"/>
    <p:sldId id="357" r:id="rId5"/>
    <p:sldId id="471" r:id="rId6"/>
    <p:sldId id="358" r:id="rId7"/>
    <p:sldId id="472" r:id="rId8"/>
    <p:sldId id="475" r:id="rId9"/>
    <p:sldId id="476" r:id="rId10"/>
    <p:sldId id="477" r:id="rId11"/>
    <p:sldId id="478" r:id="rId12"/>
    <p:sldId id="479" r:id="rId13"/>
    <p:sldId id="480" r:id="rId14"/>
    <p:sldId id="481" r:id="rId15"/>
    <p:sldId id="482" r:id="rId16"/>
    <p:sldId id="483" r:id="rId17"/>
    <p:sldId id="484" r:id="rId18"/>
    <p:sldId id="485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45" d="100"/>
          <a:sy n="45" d="100"/>
        </p:scale>
        <p:origin x="30" y="4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B4A2E0-9C8A-4EB8-9AA3-93C581DEDC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E12032F-EDF3-4B07-B029-455322DDCC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EEBE20-4D51-4E67-81AB-E6B2D302FD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0BAB8F-43C1-43A3-AE7A-DB06AE173B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548665-1EF5-4CCB-AA39-100D9F6CDC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57763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33A396-FEC6-4EE9-A3B5-34B1CBAC9E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09214E-21C1-47E3-B30B-C09CDDCA7B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6E0AAE-BDC2-4D21-993F-1CF3BDB2FD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44C405-1C9F-4ACF-A429-1249369AC0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08A413-4C27-4EEF-839E-4CEF78A848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3410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A7A1E2-7FB4-4C5E-A3B4-A5357B72E3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4DE3FB9-DF82-4ECC-BA7A-732B0972AF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AC50E4-8EA4-450F-B74F-A43B302BA9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D87CEE-897D-4C32-A243-71137628EE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F5F646-CFBE-4E44-82E6-EA4EEB3A16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72421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56FD20-3CF1-437F-9666-768B3510BE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11DBEF-9A3F-46B0-8922-64733C3CB0C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E2EB57B-F797-40E4-BF23-47C374A0237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4901D66-EBED-44CF-B38F-BDAEF27533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3B255EF-7B11-4762-AFE9-428D438615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FAC2442-FE8B-4C2A-AE7E-3CD3F6BFD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34136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C14029-B4B2-4018-8F31-09CCC3D108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B02F63-841C-4C75-BE38-07D9E71140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63F9DBC-CEC6-4568-A007-74D524ABEDB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AD58AB2-64D1-4C79-B7E0-BA485229EF7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5DBB2CE-25D7-4D6D-BD9A-1D58596F0A6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6A02267-50C4-4065-870C-B1C3D31806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3795B97-0B1A-488F-AB00-7D112B5786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17C7C7F-CEBC-4099-B079-CF69ECCD4C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11938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2C9BF2-42CC-40F8-B4AC-B4F76280E6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5FAAB04-FFAB-4400-8DF5-27EE3EAAA4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C7A3982-2577-43F7-A7B3-5027935F50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26A0309-1FA5-4AF8-9177-98B9A8C537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12552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2E56BFE-A9DD-4270-87BC-C9473422D5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31DE6D1-CF75-4DD0-BFE6-93F21C6A68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827EA2-A7E0-44F1-A46C-16505907CC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11866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FD7239-9203-4A38-86D6-157A0A317A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DAACA9-BE33-41CF-AAE3-497737F0E0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F005CD3-9F48-43A1-B97A-A9DD296DF23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E2EBC92-6F41-4986-99DD-7421ACEDB4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B23AB5D-EDD7-44F5-B576-B199D1BF79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0226DC1-9420-43F8-A858-0F61E6B333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83291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21D2ED-79FD-41AA-A8FE-CDD007827F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DF8E273-2A53-4C0C-95AA-CDEE23AAD0F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0D1811A-3977-4C01-8F99-DAAEAFA8118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00612C2-CCCB-4C5E-B13B-FADBC92C15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2D558A1-0F79-4DD6-B954-F746AC8FEC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555E184-F0E2-4188-9930-956522AEFC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23536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5783B6-D740-4270-A5F4-6205A09FCE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7A25800-008A-4CE3-B556-F3A642A8155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E6F961-8A13-4F8D-ABF4-A894CA9C00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2BF98E-6DFE-4A20-B414-278D4FD904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FEE452-5FA8-4329-BC83-5C68E53F4E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1234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491EAE2-FAC9-4642-91E9-F6590AA6552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81B5502-880D-47D2-987F-5A9D0FEDBEA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88A91E-62CB-4DA8-ABB8-72788C9D16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529853-B5DE-4E58-95F0-34348DD707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ACA2EC-04F5-4163-AD01-828DCA88AC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98743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334FF4F-0CE4-40AA-850D-7F1ED98B24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FB97078-9FD9-4B64-815F-374B53EE24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8AE06E-6537-4C51-BF41-35B05B89CF4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89CB065-93CC-4F93-97CB-5160E2F98F73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8C3F6B-7716-406C-A42F-C846F2DF391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58306A-251F-4363-8315-B38C936A1D0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30350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B3BF86F-B0D8-490B-9AFE-96DFA766322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Gugma</a:t>
            </a:r>
            <a:r>
              <a:rPr lang="en-US" sz="4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Ug </a:t>
            </a:r>
            <a:r>
              <a:rPr lang="en-US" sz="4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Kahayag</a:t>
            </a:r>
            <a:endParaRPr lang="en-US" sz="4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581988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2D4EDD6-DCB2-420C-ACFA-D33CC2ACEAE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alpha val="3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Ako</a:t>
            </a:r>
            <a:r>
              <a:rPr lang="en-US" sz="1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Ang </a:t>
            </a:r>
            <a:r>
              <a:rPr lang="en-US" sz="10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Tawo</a:t>
            </a:r>
            <a:r>
              <a:rPr lang="en-US" sz="1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Nga </a:t>
            </a:r>
            <a:r>
              <a:rPr lang="en-US" sz="10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Minugna</a:t>
            </a:r>
            <a:r>
              <a:rPr lang="en-US" sz="1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Sa </a:t>
            </a:r>
            <a:r>
              <a:rPr lang="en-US" sz="10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Ginoo</a:t>
            </a:r>
            <a:endParaRPr lang="en-ID" sz="1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927703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2D4EDD6-DCB2-420C-ACFA-D33CC2ACEAE1}"/>
              </a:ext>
            </a:extLst>
          </p:cNvPr>
          <p:cNvSpPr/>
          <p:nvPr/>
        </p:nvSpPr>
        <p:spPr>
          <a:xfrm>
            <a:off x="0" y="20320"/>
            <a:ext cx="12192000" cy="6858000"/>
          </a:xfrm>
          <a:prstGeom prst="rect">
            <a:avLst/>
          </a:prstGeom>
          <a:solidFill>
            <a:schemeClr val="tx1">
              <a:alpha val="3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sz="1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Ako Ang Kaalam Nga Gimugna Alang Sa Tanan Kung Wala Pa Ako</a:t>
            </a:r>
            <a:endParaRPr lang="en-ID" sz="1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322438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2D4EDD6-DCB2-420C-ACFA-D33CC2ACEAE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alpha val="38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Walay</a:t>
            </a:r>
            <a:r>
              <a:rPr lang="en-US" sz="9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9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Kahayag</a:t>
            </a:r>
            <a:r>
              <a:rPr lang="en-US" sz="9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Nga </a:t>
            </a:r>
            <a:r>
              <a:rPr lang="en-US" sz="9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Mudan</a:t>
            </a:r>
            <a:r>
              <a:rPr lang="en-US" sz="9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-ag Kay </a:t>
            </a:r>
            <a:r>
              <a:rPr lang="en-US" sz="9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Ako</a:t>
            </a:r>
            <a:r>
              <a:rPr lang="en-US" sz="9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Ang </a:t>
            </a:r>
            <a:r>
              <a:rPr lang="en-US" sz="9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Tawo</a:t>
            </a:r>
            <a:r>
              <a:rPr lang="en-US" sz="9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9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Mubati</a:t>
            </a:r>
            <a:r>
              <a:rPr lang="en-US" sz="9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Ug </a:t>
            </a:r>
            <a:r>
              <a:rPr lang="en-US" sz="9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Gugma</a:t>
            </a:r>
            <a:r>
              <a:rPr lang="en-US" sz="9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9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Maoy</a:t>
            </a:r>
            <a:r>
              <a:rPr lang="en-US" sz="9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9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Iwag</a:t>
            </a:r>
            <a:endParaRPr lang="en-ID" sz="9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182824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2D4EDD6-DCB2-420C-ACFA-D33CC2ACEAE1}"/>
              </a:ext>
            </a:extLst>
          </p:cNvPr>
          <p:cNvSpPr/>
          <p:nvPr/>
        </p:nvSpPr>
        <p:spPr>
          <a:xfrm>
            <a:off x="0" y="20320"/>
            <a:ext cx="12192000" cy="6858000"/>
          </a:xfrm>
          <a:prstGeom prst="rect">
            <a:avLst/>
          </a:prstGeom>
          <a:solidFill>
            <a:schemeClr val="tx1">
              <a:alpha val="3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sz="1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Ginoo tudlui ako sa dalan sa kinabuhi Aron kahayag ang akong masinati</a:t>
            </a:r>
            <a:endParaRPr lang="en-ID" sz="1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17846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2D4EDD6-DCB2-420C-ACFA-D33CC2ACEAE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alpha val="38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Kawang</a:t>
            </a:r>
            <a:r>
              <a:rPr lang="en-US" sz="1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Ang </a:t>
            </a:r>
            <a:r>
              <a:rPr lang="en-US" sz="10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Tanan</a:t>
            </a:r>
            <a:r>
              <a:rPr lang="en-US" sz="1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Kon Ang </a:t>
            </a:r>
            <a:r>
              <a:rPr lang="en-US" sz="10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Gugma</a:t>
            </a:r>
            <a:r>
              <a:rPr lang="en-US" sz="1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Dili Puy-an Kay Ang </a:t>
            </a:r>
            <a:r>
              <a:rPr lang="en-US" sz="10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Ginoo</a:t>
            </a:r>
            <a:r>
              <a:rPr lang="en-US" sz="1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endParaRPr lang="en-ID" sz="1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912195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2D4EDD6-DCB2-420C-ACFA-D33CC2ACEAE1}"/>
              </a:ext>
            </a:extLst>
          </p:cNvPr>
          <p:cNvSpPr/>
          <p:nvPr/>
        </p:nvSpPr>
        <p:spPr>
          <a:xfrm>
            <a:off x="0" y="20320"/>
            <a:ext cx="12192000" cy="6858000"/>
          </a:xfrm>
          <a:prstGeom prst="rect">
            <a:avLst/>
          </a:prstGeom>
          <a:solidFill>
            <a:schemeClr val="tx1">
              <a:alpha val="3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sz="1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Gugma Ug Kahayag Sa Kalibutan</a:t>
            </a:r>
            <a:endParaRPr lang="en-ID" sz="1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563226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2D4EDD6-DCB2-420C-ACFA-D33CC2ACEAE1}"/>
              </a:ext>
            </a:extLst>
          </p:cNvPr>
          <p:cNvSpPr/>
          <p:nvPr/>
        </p:nvSpPr>
        <p:spPr>
          <a:xfrm>
            <a:off x="0" y="20320"/>
            <a:ext cx="12192000" cy="6858000"/>
          </a:xfrm>
          <a:prstGeom prst="rect">
            <a:avLst/>
          </a:prstGeom>
          <a:solidFill>
            <a:schemeClr val="tx1">
              <a:alpha val="3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sz="9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Sama Sa Adlaw Nga Mudan-ag Sa Kabuntagon Sama Sa Bulan Ug Bituon Nga Iwag Sa Kagabhion</a:t>
            </a:r>
            <a:endParaRPr lang="en-ID" sz="9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831905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2D4EDD6-DCB2-420C-ACFA-D33CC2ACEAE1}"/>
              </a:ext>
            </a:extLst>
          </p:cNvPr>
          <p:cNvSpPr/>
          <p:nvPr/>
        </p:nvSpPr>
        <p:spPr>
          <a:xfrm>
            <a:off x="0" y="20320"/>
            <a:ext cx="12192000" cy="6858000"/>
          </a:xfrm>
          <a:prstGeom prst="rect">
            <a:avLst/>
          </a:prstGeom>
          <a:solidFill>
            <a:schemeClr val="tx1">
              <a:alpha val="3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sz="9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Ang Ginoo Gayud Maoy Kahayag Sa Kinabuhi Tugkaron Ta Aron Sudnon Ang Mga Mithi</a:t>
            </a:r>
            <a:endParaRPr lang="en-ID" sz="9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4778070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2D4EDD6-DCB2-420C-ACFA-D33CC2ACEAE1}"/>
              </a:ext>
            </a:extLst>
          </p:cNvPr>
          <p:cNvSpPr/>
          <p:nvPr/>
        </p:nvSpPr>
        <p:spPr>
          <a:xfrm>
            <a:off x="0" y="20320"/>
            <a:ext cx="12192000" cy="6858000"/>
          </a:xfrm>
          <a:prstGeom prst="rect">
            <a:avLst/>
          </a:prstGeom>
          <a:solidFill>
            <a:schemeClr val="tx1">
              <a:alpha val="3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sz="1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Ginoo tudlui ako sa dalan sa kinabuhi Aron kahayag ang akong masinati</a:t>
            </a:r>
            <a:endParaRPr lang="en-ID" sz="1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5318059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2D4EDD6-DCB2-420C-ACFA-D33CC2ACEAE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alpha val="38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Kawang</a:t>
            </a:r>
            <a:r>
              <a:rPr lang="en-US" sz="1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Ang </a:t>
            </a:r>
            <a:r>
              <a:rPr lang="en-US" sz="10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Tanan</a:t>
            </a:r>
            <a:r>
              <a:rPr lang="en-US" sz="1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Kon Ang </a:t>
            </a:r>
            <a:r>
              <a:rPr lang="en-US" sz="10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Gugma</a:t>
            </a:r>
            <a:r>
              <a:rPr lang="en-US" sz="1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Dili Puy-an Kay Ang </a:t>
            </a:r>
            <a:r>
              <a:rPr lang="en-US" sz="10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Ginoo</a:t>
            </a:r>
            <a:r>
              <a:rPr lang="en-US" sz="1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endParaRPr lang="en-ID" sz="1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5514528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2D4EDD6-DCB2-420C-ACFA-D33CC2ACEAE1}"/>
              </a:ext>
            </a:extLst>
          </p:cNvPr>
          <p:cNvSpPr/>
          <p:nvPr/>
        </p:nvSpPr>
        <p:spPr>
          <a:xfrm>
            <a:off x="0" y="20320"/>
            <a:ext cx="12192000" cy="6858000"/>
          </a:xfrm>
          <a:prstGeom prst="rect">
            <a:avLst/>
          </a:prstGeom>
          <a:solidFill>
            <a:schemeClr val="tx1">
              <a:alpha val="3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sz="1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Gugma Ug Kahayag Sa Kalibutan</a:t>
            </a:r>
            <a:endParaRPr lang="en-ID" sz="1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6375009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2D4EDD6-DCB2-420C-ACFA-D33CC2ACEAE1}"/>
              </a:ext>
            </a:extLst>
          </p:cNvPr>
          <p:cNvSpPr/>
          <p:nvPr/>
        </p:nvSpPr>
        <p:spPr>
          <a:xfrm>
            <a:off x="0" y="20320"/>
            <a:ext cx="12192000" cy="6858000"/>
          </a:xfrm>
          <a:prstGeom prst="rect">
            <a:avLst/>
          </a:prstGeom>
          <a:solidFill>
            <a:schemeClr val="tx1">
              <a:alpha val="3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sz="8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 Kasing-kasing Mo Ko Anaa Ang Ginoo</a:t>
            </a:r>
          </a:p>
          <a:p>
            <a:pPr algn="ctr"/>
            <a:r>
              <a:rPr lang="sv-SE" sz="8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Way Pagdumot, Kayugot Nga Muhari Sa Dughan Mo</a:t>
            </a:r>
            <a:endParaRPr lang="en-ID" sz="8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1959006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2D4EDD6-DCB2-420C-ACFA-D33CC2ACEAE1}"/>
              </a:ext>
            </a:extLst>
          </p:cNvPr>
          <p:cNvSpPr/>
          <p:nvPr/>
        </p:nvSpPr>
        <p:spPr>
          <a:xfrm>
            <a:off x="0" y="20320"/>
            <a:ext cx="12192000" cy="6858000"/>
          </a:xfrm>
          <a:prstGeom prst="rect">
            <a:avLst/>
          </a:prstGeom>
          <a:solidFill>
            <a:schemeClr val="tx1">
              <a:alpha val="3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sz="8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Mga Kalipay Kalinaw</a:t>
            </a:r>
          </a:p>
          <a:p>
            <a:pPr algn="ctr"/>
            <a:r>
              <a:rPr lang="sv-SE" sz="8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Ug Puno Sa Pagpasaylo Sa Mga Panalangin Pun-on Ka Sa Ginoo</a:t>
            </a:r>
            <a:endParaRPr lang="en-ID" sz="8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060802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2D4EDD6-DCB2-420C-ACFA-D33CC2ACEAE1}"/>
              </a:ext>
            </a:extLst>
          </p:cNvPr>
          <p:cNvSpPr/>
          <p:nvPr/>
        </p:nvSpPr>
        <p:spPr>
          <a:xfrm>
            <a:off x="0" y="20320"/>
            <a:ext cx="12192000" cy="6858000"/>
          </a:xfrm>
          <a:prstGeom prst="rect">
            <a:avLst/>
          </a:prstGeom>
          <a:solidFill>
            <a:schemeClr val="tx1">
              <a:alpha val="3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sz="1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Ginoo tudlui ako sa dalan sa kinabuhi Aron kahayag ang akong masinati</a:t>
            </a:r>
            <a:endParaRPr lang="en-ID" sz="1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4888839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2D4EDD6-DCB2-420C-ACFA-D33CC2ACEAE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alpha val="38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Kawang</a:t>
            </a:r>
            <a:r>
              <a:rPr lang="en-US" sz="1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Ang </a:t>
            </a:r>
            <a:r>
              <a:rPr lang="en-US" sz="10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Tanan</a:t>
            </a:r>
            <a:r>
              <a:rPr lang="en-US" sz="1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Kon Ang </a:t>
            </a:r>
            <a:r>
              <a:rPr lang="en-US" sz="10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Gugma</a:t>
            </a:r>
            <a:r>
              <a:rPr lang="en-US" sz="1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Dili Puy-an Kay Ang </a:t>
            </a:r>
            <a:r>
              <a:rPr lang="en-US" sz="10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Ginoo</a:t>
            </a:r>
            <a:r>
              <a:rPr lang="en-US" sz="1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endParaRPr lang="en-ID" sz="1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5851400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2D4EDD6-DCB2-420C-ACFA-D33CC2ACEAE1}"/>
              </a:ext>
            </a:extLst>
          </p:cNvPr>
          <p:cNvSpPr/>
          <p:nvPr/>
        </p:nvSpPr>
        <p:spPr>
          <a:xfrm>
            <a:off x="0" y="20320"/>
            <a:ext cx="12192000" cy="6858000"/>
          </a:xfrm>
          <a:prstGeom prst="rect">
            <a:avLst/>
          </a:prstGeom>
          <a:solidFill>
            <a:schemeClr val="tx1">
              <a:alpha val="3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sz="1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Gugma Ug Kahayag Sa Kalibutan</a:t>
            </a:r>
            <a:endParaRPr lang="en-ID" sz="1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3848689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2D4EDD6-DCB2-420C-ACFA-D33CC2ACEAE1}"/>
              </a:ext>
            </a:extLst>
          </p:cNvPr>
          <p:cNvSpPr/>
          <p:nvPr/>
        </p:nvSpPr>
        <p:spPr>
          <a:xfrm>
            <a:off x="0" y="20320"/>
            <a:ext cx="12192000" cy="6858000"/>
          </a:xfrm>
          <a:prstGeom prst="rect">
            <a:avLst/>
          </a:prstGeom>
          <a:solidFill>
            <a:schemeClr val="tx1">
              <a:alpha val="3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sz="1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Kawang Ang Tanan</a:t>
            </a:r>
            <a:endParaRPr lang="en-ID" sz="1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536175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46</TotalTime>
  <Words>185</Words>
  <Application>Microsoft Office PowerPoint</Application>
  <PresentationFormat>Widescreen</PresentationFormat>
  <Paragraphs>20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3" baseType="lpstr">
      <vt:lpstr>Arial</vt:lpstr>
      <vt:lpstr>Calibri</vt:lpstr>
      <vt:lpstr>Calibri Light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</dc:creator>
  <cp:lastModifiedBy>Dood</cp:lastModifiedBy>
  <cp:revision>12</cp:revision>
  <dcterms:created xsi:type="dcterms:W3CDTF">2025-01-20T04:39:07Z</dcterms:created>
  <dcterms:modified xsi:type="dcterms:W3CDTF">2026-01-06T10:49:43Z</dcterms:modified>
</cp:coreProperties>
</file>