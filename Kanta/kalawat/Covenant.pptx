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945010-E565-4B24-8A49-C3943DDF17FB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DABBB-0DA2-46B9-A320-B3B237E50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3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f8fd32eb22_1_3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g2f8fd32eb22_1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f8fd32eb22_1_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2f8fd32eb22_1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f8fd32eb22_1_4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g2f8fd32eb22_1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f8fd32eb22_1_4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g2f8fd32eb22_1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f8fd32eb22_1_4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g2f8fd32eb22_1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f8fd32eb22_1_4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g2f8fd32eb22_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f8fd32eb22_1_4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2f8fd32eb22_1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f8fd32eb22_1_4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g2f8fd32eb22_1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f8fd2b7573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2f8fd2b757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f8fd2b7573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2f8fd2b757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Covenant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37647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Me Walk With You.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1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We Journey To Through This Life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07"/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dk1">
              <a:alpha val="37647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For Its Meaning, As Each Moment Passed By, Let The Hand Of Time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94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Like Footprints In The Sand</a:t>
            </a:r>
            <a:endParaRPr sz="94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100"/>
            </a:pPr>
            <a:r>
              <a:rPr lang="en" sz="94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U Carry You From The Down To The Setting Sun.</a:t>
            </a:r>
            <a:endParaRPr sz="94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p108"/>
          <p:cNvSpPr/>
          <p:nvPr/>
        </p:nvSpPr>
        <p:spPr>
          <a:xfrm>
            <a:off x="4184073" y="155171"/>
            <a:ext cx="3823855" cy="38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n" sz="3067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[Refrain]</a:t>
            </a:r>
            <a:endParaRPr sz="1467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37647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Just One Hand We Can Travel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1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 Together One's Life Sharing Inlove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94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Will Hold You Forever</a:t>
            </a:r>
            <a:endParaRPr sz="94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100"/>
            </a:pPr>
            <a:r>
              <a:rPr lang="en" sz="94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Yes, I Love You With All My Life.</a:t>
            </a:r>
            <a:endParaRPr sz="94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9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There'll Be Many Crossroads</a:t>
            </a:r>
            <a:endParaRPr sz="9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100"/>
            </a:pPr>
            <a:r>
              <a:rPr lang="en" sz="9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We Walk Along The Way</a:t>
            </a:r>
            <a:endParaRPr sz="9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r>
              <a:rPr lang="en" sz="94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There'll Be Many Questions, As We Live Life Day By Day, But This Will Never Matter </a:t>
            </a:r>
            <a:endParaRPr sz="94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94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You'll Always Be There</a:t>
            </a:r>
            <a:endParaRPr sz="94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100"/>
            </a:pPr>
            <a:r>
              <a:rPr lang="en" sz="94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 Surely Find The Answercause We Care.</a:t>
            </a:r>
            <a:endParaRPr sz="94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37650"/>
            </a:scheme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Just One Hand We Can Travel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1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 Together One's Life Sharing Inlove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37650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r>
              <a:rPr lang="en" sz="94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Will Hold You Forever</a:t>
            </a:r>
            <a:endParaRPr sz="94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100"/>
            </a:pPr>
            <a:r>
              <a:rPr lang="en" sz="94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Yes, I Love You With All My Life.</a:t>
            </a:r>
            <a:endParaRPr sz="94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148</Words>
  <Application>Microsoft Office PowerPoint</Application>
  <PresentationFormat>Widescreen</PresentationFormat>
  <Paragraphs>20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2025-01-20T04:39:07Z</dcterms:created>
  <dcterms:modified xsi:type="dcterms:W3CDTF">2025-02-15T11:59:06Z</dcterms:modified>
</cp:coreProperties>
</file>