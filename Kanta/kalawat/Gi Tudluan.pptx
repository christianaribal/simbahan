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64" r:id="rId3"/>
    <p:sldId id="354" r:id="rId4"/>
    <p:sldId id="356" r:id="rId5"/>
    <p:sldId id="357" r:id="rId6"/>
    <p:sldId id="358" r:id="rId7"/>
    <p:sldId id="362" r:id="rId8"/>
    <p:sldId id="363" r:id="rId9"/>
    <p:sldId id="359" r:id="rId10"/>
    <p:sldId id="360" r:id="rId11"/>
    <p:sldId id="36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60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Tudluan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5E2C9C-C860-4204-AAE1-8A98FCDD9E65}"/>
              </a:ext>
            </a:extLst>
          </p:cNvPr>
          <p:cNvSpPr/>
          <p:nvPr/>
        </p:nvSpPr>
        <p:spPr>
          <a:xfrm>
            <a:off x="4040293" y="3581617"/>
            <a:ext cx="4111414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 Am D 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9956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Gitudloan Mo Kami Sa Paghigugma,</a:t>
            </a:r>
          </a:p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Kaaghop Ug Sa Kalomo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66AB26-ADBE-4359-8811-2EEE2D07E6BC}"/>
              </a:ext>
            </a:extLst>
          </p:cNvPr>
          <p:cNvSpPr/>
          <p:nvPr/>
        </p:nvSpPr>
        <p:spPr>
          <a:xfrm>
            <a:off x="-326223" y="-6379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F10A69-4825-4B71-AB2A-52A150B93A84}"/>
              </a:ext>
            </a:extLst>
          </p:cNvPr>
          <p:cNvSpPr/>
          <p:nvPr/>
        </p:nvSpPr>
        <p:spPr>
          <a:xfrm>
            <a:off x="5351560" y="16890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273699-3A7D-4E34-B761-FD8840AC3030}"/>
              </a:ext>
            </a:extLst>
          </p:cNvPr>
          <p:cNvSpPr/>
          <p:nvPr/>
        </p:nvSpPr>
        <p:spPr>
          <a:xfrm>
            <a:off x="3480231" y="324137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B2C2B4-1807-461B-A38E-22A05F7D8918}"/>
              </a:ext>
            </a:extLst>
          </p:cNvPr>
          <p:cNvSpPr/>
          <p:nvPr/>
        </p:nvSpPr>
        <p:spPr>
          <a:xfrm>
            <a:off x="6010780" y="477245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2770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Bulahan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Makasunod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Niining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Hiyas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Kasingkasing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447FF9-75FB-4243-B82D-92D8DEE49B6B}"/>
              </a:ext>
            </a:extLst>
          </p:cNvPr>
          <p:cNvSpPr/>
          <p:nvPr/>
        </p:nvSpPr>
        <p:spPr>
          <a:xfrm>
            <a:off x="3161256" y="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43A6DC-254B-4EAB-80EE-7EB4CE17A943}"/>
              </a:ext>
            </a:extLst>
          </p:cNvPr>
          <p:cNvSpPr/>
          <p:nvPr/>
        </p:nvSpPr>
        <p:spPr>
          <a:xfrm>
            <a:off x="7605822" y="149763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DCD3C3-B063-46E5-895D-C13743B0B02A}"/>
              </a:ext>
            </a:extLst>
          </p:cNvPr>
          <p:cNvSpPr/>
          <p:nvPr/>
        </p:nvSpPr>
        <p:spPr>
          <a:xfrm>
            <a:off x="5202701" y="302777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BB84AE-D0BF-4BA8-AE3A-115D752FFEAE}"/>
              </a:ext>
            </a:extLst>
          </p:cNvPr>
          <p:cNvSpPr/>
          <p:nvPr/>
        </p:nvSpPr>
        <p:spPr>
          <a:xfrm>
            <a:off x="8137293" y="453854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24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Busa Dad-on Mo Kami</a:t>
            </a:r>
          </a:p>
          <a:p>
            <a:pPr algn="ctr"/>
            <a:r>
              <a:rPr lang="sv-SE" sz="9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Subay Sa Imong Paagi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8FE920-EAD9-4C05-8FEB-9263CEE9C859}"/>
              </a:ext>
            </a:extLst>
          </p:cNvPr>
          <p:cNvSpPr/>
          <p:nvPr/>
        </p:nvSpPr>
        <p:spPr>
          <a:xfrm>
            <a:off x="609443" y="7108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D0967F-3237-4FE7-8F23-12D0F1C5E05C}"/>
              </a:ext>
            </a:extLst>
          </p:cNvPr>
          <p:cNvSpPr/>
          <p:nvPr/>
        </p:nvSpPr>
        <p:spPr>
          <a:xfrm>
            <a:off x="6372287" y="224191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74E18B-8C49-4F0A-BEFB-CC3A2DD7A9C7}"/>
              </a:ext>
            </a:extLst>
          </p:cNvPr>
          <p:cNvSpPr/>
          <p:nvPr/>
        </p:nvSpPr>
        <p:spPr>
          <a:xfrm>
            <a:off x="10200000" y="368793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28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Makahupay'ng Tambal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Kasingkasing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Hatagi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Hatagi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219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Buksa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Gangha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-an,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Mosulod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Lab-as Nga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Hangin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256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Diosnon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Kahayag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Modan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-ag, </a:t>
            </a:r>
            <a:r>
              <a:rPr lang="nn-NO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Mapuno Ka Sa Panalangin</a:t>
            </a:r>
          </a:p>
        </p:txBody>
      </p:sp>
    </p:spTree>
    <p:extLst>
      <p:ext uri="{BB962C8B-B14F-4D97-AF65-F5344CB8AC3E}">
        <p14:creationId xmlns:p14="http://schemas.microsoft.com/office/powerpoint/2010/main" val="2674464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Iyang Kasingkasing Hiusaha Sa Imoha</a:t>
            </a:r>
            <a:endParaRPr lang="en-ID" sz="9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492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Ang Tumang Katam-is,</a:t>
            </a:r>
          </a:p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Tagamtama Tagamta-ma</a:t>
            </a:r>
          </a:p>
        </p:txBody>
      </p:sp>
    </p:spTree>
    <p:extLst>
      <p:ext uri="{BB962C8B-B14F-4D97-AF65-F5344CB8AC3E}">
        <p14:creationId xmlns:p14="http://schemas.microsoft.com/office/powerpoint/2010/main" val="3066927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Ang Tumang Katam-is</a:t>
            </a: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Tagamtama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ctr"/>
            <a:r>
              <a:rPr lang="en-ID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Tagamta</a:t>
            </a:r>
            <a:r>
              <a:rPr lang="en-ID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-ma</a:t>
            </a:r>
          </a:p>
        </p:txBody>
      </p:sp>
    </p:spTree>
    <p:extLst>
      <p:ext uri="{BB962C8B-B14F-4D97-AF65-F5344CB8AC3E}">
        <p14:creationId xmlns:p14="http://schemas.microsoft.com/office/powerpoint/2010/main" val="3829664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94</Words>
  <Application>Microsoft Office PowerPoint</Application>
  <PresentationFormat>Widescreen</PresentationFormat>
  <Paragraphs>30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7</cp:revision>
  <dcterms:created xsi:type="dcterms:W3CDTF">2025-01-20T04:39:07Z</dcterms:created>
  <dcterms:modified xsi:type="dcterms:W3CDTF">2026-01-05T07:29:19Z</dcterms:modified>
</cp:coreProperties>
</file>