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54" r:id="rId3"/>
    <p:sldId id="356" r:id="rId4"/>
    <p:sldId id="357" r:id="rId5"/>
    <p:sldId id="358" r:id="rId6"/>
    <p:sldId id="362" r:id="rId7"/>
    <p:sldId id="363" r:id="rId8"/>
    <p:sldId id="359" r:id="rId9"/>
    <p:sldId id="360" r:id="rId10"/>
    <p:sldId id="36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4A2E0-9C8A-4EB8-9AA3-93C581DEDC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12032F-EDF3-4B07-B029-455322DDCC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EBE20-4D51-4E67-81AB-E6B2D302F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0BAB8F-43C1-43A3-AE7A-DB06AE173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48665-1EF5-4CCB-AA39-100D9F6CD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776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3A396-FEC6-4EE9-A3B5-34B1CBAC9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9214E-21C1-47E3-B30B-C09CDDCA7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E0AAE-BDC2-4D21-993F-1CF3BDB2F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4C405-1C9F-4ACF-A429-1249369AC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8A413-4C27-4EEF-839E-4CEF78A84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41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7A1E2-7FB4-4C5E-A3B4-A5357B72E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DE3FB9-DF82-4ECC-BA7A-732B0972A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C50E4-8EA4-450F-B74F-A43B302BA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87CEE-897D-4C32-A243-71137628E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5F646-CFBE-4E44-82E6-EA4EEB3A1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242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6FD20-3CF1-437F-9666-768B3510B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1DBEF-9A3F-46B0-8922-64733C3CB0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2EB57B-F797-40E4-BF23-47C374A023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901D66-EBED-44CF-B38F-BDAEF2753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B255EF-7B11-4762-AFE9-428D43861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AC2442-FE8B-4C2A-AE7E-3CD3F6BFD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13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14029-B4B2-4018-8F31-09CCC3D10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B02F63-841C-4C75-BE38-07D9E7114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3F9DBC-CEC6-4568-A007-74D524ABED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D58AB2-64D1-4C79-B7E0-BA485229E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DBB2CE-25D7-4D6D-BD9A-1D58596F0A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A02267-50C4-4065-870C-B1C3D3180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795B97-0B1A-488F-AB00-7D112B578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7C7C7F-CEBC-4099-B079-CF69ECCD4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193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C9BF2-42CC-40F8-B4AC-B4F76280E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FAAB04-FFAB-4400-8DF5-27EE3EAAA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7A3982-2577-43F7-A7B3-5027935F5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A0309-1FA5-4AF8-9177-98B9A8C53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255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E56BFE-A9DD-4270-87BC-C9473422D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1DE6D1-CF75-4DD0-BFE6-93F21C6A6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827EA2-A7E0-44F1-A46C-16505907C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186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D7239-9203-4A38-86D6-157A0A317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AACA9-BE33-41CF-AAE3-497737F0E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005CD3-9F48-43A1-B97A-A9DD296DF2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EBC92-6F41-4986-99DD-7421ACEDB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23AB5D-EDD7-44F5-B576-B199D1BF7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226DC1-9420-43F8-A858-0F61E6B33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329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1D2ED-79FD-41AA-A8FE-CDD007827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F8E273-2A53-4C0C-95AA-CDEE23AAD0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D1811A-3977-4C01-8F99-DAAEAFA81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0612C2-CCCB-4C5E-B13B-FADBC92C1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D558A1-0F79-4DD6-B954-F746AC8FE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55E184-F0E2-4188-9930-956522AEF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353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783B6-D740-4270-A5F4-6205A09FC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A25800-008A-4CE3-B556-F3A642A815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6F961-8A13-4F8D-ABF4-A894CA9C0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BF98E-6DFE-4A20-B414-278D4FD90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EE452-5FA8-4329-BC83-5C68E53F4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23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91EAE2-FAC9-4642-91E9-F6590AA655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1B5502-880D-47D2-987F-5A9D0FEDBE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8A91E-62CB-4DA8-ABB8-72788C9D1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29853-B5DE-4E58-95F0-34348DD70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CA2EC-04F5-4163-AD01-828DCA88A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874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34FF4F-0CE4-40AA-850D-7F1ED98B2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97078-9FD9-4B64-815F-374B53EE2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AE06E-6537-4C51-BF41-35B05B89CF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9CB065-93CC-4F93-97CB-5160E2F98F73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C3F6B-7716-406C-A42F-C846F2DF39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8306A-251F-4363-8315-B38C936A1D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035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B3BF86F-B0D8-490B-9AFE-96DFA766322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Tudluan</a:t>
            </a:r>
            <a:endParaRPr lang="en-US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8198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Gitudloan Mo Kami Sa Paghigugma,</a:t>
            </a:r>
          </a:p>
          <a:p>
            <a:pPr algn="ctr"/>
            <a:r>
              <a:rPr lang="sv-SE" sz="1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 Kaaghop Ug Sa Kalomo</a:t>
            </a:r>
            <a:endParaRPr lang="en-ID" sz="1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27703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2032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1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Ug</a:t>
            </a:r>
            <a:r>
              <a:rPr lang="en-ID" sz="1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Bulahan</a:t>
            </a:r>
            <a:r>
              <a:rPr lang="en-ID" sz="1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Ang</a:t>
            </a:r>
            <a:r>
              <a:rPr lang="en-ID" sz="1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Makasunod</a:t>
            </a:r>
            <a:endParaRPr lang="en-ID" sz="1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D" sz="1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Niining</a:t>
            </a:r>
            <a:r>
              <a:rPr lang="en-ID" sz="1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Hiyas</a:t>
            </a:r>
            <a:r>
              <a:rPr lang="en-ID" sz="1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ID" sz="1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Kasingkasing</a:t>
            </a:r>
            <a:r>
              <a:rPr lang="en-ID" sz="1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</a:t>
            </a:r>
          </a:p>
        </p:txBody>
      </p:sp>
    </p:spTree>
    <p:extLst>
      <p:ext uri="{BB962C8B-B14F-4D97-AF65-F5344CB8AC3E}">
        <p14:creationId xmlns:p14="http://schemas.microsoft.com/office/powerpoint/2010/main" val="30322438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Ug Busa Dad-on Mo Kami</a:t>
            </a:r>
          </a:p>
          <a:p>
            <a:pPr algn="ctr"/>
            <a:r>
              <a:rPr lang="sv-SE" sz="1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Subay Sa Imong Paagi</a:t>
            </a:r>
          </a:p>
        </p:txBody>
      </p:sp>
    </p:spTree>
    <p:extLst>
      <p:ext uri="{BB962C8B-B14F-4D97-AF65-F5344CB8AC3E}">
        <p14:creationId xmlns:p14="http://schemas.microsoft.com/office/powerpoint/2010/main" val="3818282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 Makahupay'ng Tambal</a:t>
            </a:r>
            <a:r>
              <a:rPr lang="en-ID" sz="1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Kining</a:t>
            </a:r>
            <a:r>
              <a:rPr lang="en-ID" sz="1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Kasingkasing</a:t>
            </a:r>
            <a:r>
              <a:rPr lang="en-ID" sz="1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1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Hatagi</a:t>
            </a:r>
            <a:r>
              <a:rPr lang="en-ID" sz="1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D" sz="1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Hatagi</a:t>
            </a:r>
            <a:endParaRPr lang="en-ID" sz="1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12195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1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Ug </a:t>
            </a:r>
            <a:r>
              <a:rPr lang="en-ID" sz="1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Buksa</a:t>
            </a:r>
            <a:r>
              <a:rPr lang="en-ID" sz="1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Ang </a:t>
            </a:r>
            <a:r>
              <a:rPr lang="en-ID" sz="1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Gangha</a:t>
            </a:r>
            <a:r>
              <a:rPr lang="en-ID" sz="1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-an, </a:t>
            </a:r>
            <a:r>
              <a:rPr lang="en-ID" sz="1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Mosulod</a:t>
            </a:r>
            <a:r>
              <a:rPr lang="en-ID" sz="1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Lab-as Nga </a:t>
            </a:r>
            <a:r>
              <a:rPr lang="en-ID" sz="1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Hangin</a:t>
            </a:r>
            <a:endParaRPr lang="en-ID" sz="1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22561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1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Diosnon</a:t>
            </a:r>
            <a:r>
              <a:rPr lang="en-ID" sz="1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Nga </a:t>
            </a:r>
            <a:r>
              <a:rPr lang="en-ID" sz="1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Kahayag</a:t>
            </a:r>
            <a:r>
              <a:rPr lang="en-ID" sz="1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1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Modan</a:t>
            </a:r>
            <a:r>
              <a:rPr lang="en-ID" sz="1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-ag, </a:t>
            </a:r>
            <a:r>
              <a:rPr lang="nn-NO" sz="1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Mapuno Ka Sa Panalangin</a:t>
            </a:r>
          </a:p>
        </p:txBody>
      </p:sp>
    </p:spTree>
    <p:extLst>
      <p:ext uri="{BB962C8B-B14F-4D97-AF65-F5344CB8AC3E}">
        <p14:creationId xmlns:p14="http://schemas.microsoft.com/office/powerpoint/2010/main" val="26744646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n-NO" sz="1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 Iyang Kasingkasing Hiusaha Sa Imoha</a:t>
            </a:r>
            <a:endParaRPr lang="en-ID" sz="1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44921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Ug Ang Tumang Katam-is,</a:t>
            </a:r>
          </a:p>
          <a:p>
            <a:pPr algn="ctr"/>
            <a:r>
              <a:rPr lang="sv-SE" sz="1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Tagamtama Tagamta-ma</a:t>
            </a:r>
          </a:p>
        </p:txBody>
      </p:sp>
    </p:spTree>
    <p:extLst>
      <p:ext uri="{BB962C8B-B14F-4D97-AF65-F5344CB8AC3E}">
        <p14:creationId xmlns:p14="http://schemas.microsoft.com/office/powerpoint/2010/main" val="30669272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1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Ug Ang Tumang Katam-is</a:t>
            </a:r>
          </a:p>
          <a:p>
            <a:pPr algn="ctr"/>
            <a:r>
              <a:rPr lang="en-ID" sz="1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Tagamtama</a:t>
            </a:r>
            <a:r>
              <a:rPr lang="en-ID" sz="1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algn="ctr"/>
            <a:r>
              <a:rPr lang="en-ID" sz="1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Tagamta</a:t>
            </a:r>
            <a:r>
              <a:rPr lang="en-ID" sz="1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-ma</a:t>
            </a:r>
          </a:p>
        </p:txBody>
      </p:sp>
    </p:spTree>
    <p:extLst>
      <p:ext uri="{BB962C8B-B14F-4D97-AF65-F5344CB8AC3E}">
        <p14:creationId xmlns:p14="http://schemas.microsoft.com/office/powerpoint/2010/main" val="38296644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78</Words>
  <Application>Microsoft Office PowerPoint</Application>
  <PresentationFormat>Widescreen</PresentationFormat>
  <Paragraphs>16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Dood</cp:lastModifiedBy>
  <cp:revision>9</cp:revision>
  <dcterms:created xsi:type="dcterms:W3CDTF">2025-01-20T04:39:07Z</dcterms:created>
  <dcterms:modified xsi:type="dcterms:W3CDTF">2026-02-01T01:17:36Z</dcterms:modified>
</cp:coreProperties>
</file>