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54" r:id="rId3"/>
    <p:sldId id="356" r:id="rId4"/>
    <p:sldId id="357" r:id="rId5"/>
    <p:sldId id="358" r:id="rId6"/>
    <p:sldId id="362" r:id="rId7"/>
    <p:sldId id="363" r:id="rId8"/>
    <p:sldId id="359" r:id="rId9"/>
    <p:sldId id="360" r:id="rId10"/>
    <p:sldId id="3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 </a:t>
            </a:r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Tudluan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Gitudloan Mo Kami Sa Paghigugma,</a:t>
            </a:r>
          </a:p>
          <a:p>
            <a:pPr algn="ctr"/>
            <a:r>
              <a:rPr lang="sv-SE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 Kaaghop Ug Sa Kalomo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2770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Bulahan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Makasunod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Niining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Hiyas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Kasingkasing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</a:t>
            </a:r>
          </a:p>
        </p:txBody>
      </p:sp>
    </p:spTree>
    <p:extLst>
      <p:ext uri="{BB962C8B-B14F-4D97-AF65-F5344CB8AC3E}">
        <p14:creationId xmlns:p14="http://schemas.microsoft.com/office/powerpoint/2010/main" val="3032243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9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Ug Busa Dad-on Mo Kami</a:t>
            </a:r>
          </a:p>
          <a:p>
            <a:pPr algn="ctr"/>
            <a:r>
              <a:rPr lang="sv-SE" sz="9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Subay Sa Imong Paagi</a:t>
            </a:r>
          </a:p>
        </p:txBody>
      </p:sp>
    </p:spTree>
    <p:extLst>
      <p:ext uri="{BB962C8B-B14F-4D97-AF65-F5344CB8AC3E}">
        <p14:creationId xmlns:p14="http://schemas.microsoft.com/office/powerpoint/2010/main" val="3818282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 Makahupay'ng Tambal</a:t>
            </a:r>
            <a:endParaRPr lang="en-ID" sz="9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Kining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Kasingkasing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Hatagi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Hatagi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219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Ug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Buksa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Gangha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-an,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Mosulod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Lab-as Nga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Hangin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2561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Diosnon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Kahayag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Modan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-ag, </a:t>
            </a:r>
            <a:r>
              <a:rPr lang="nn-NO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Mapuno Ka Sa Panalangin</a:t>
            </a:r>
          </a:p>
        </p:txBody>
      </p:sp>
    </p:spTree>
    <p:extLst>
      <p:ext uri="{BB962C8B-B14F-4D97-AF65-F5344CB8AC3E}">
        <p14:creationId xmlns:p14="http://schemas.microsoft.com/office/powerpoint/2010/main" val="2674464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n-NO" sz="9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Iyang Kasingkasing Hiusaha Sa Imoha</a:t>
            </a:r>
            <a:endParaRPr lang="en-ID" sz="9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4492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Ug Ang Tumang Katam-is,</a:t>
            </a:r>
          </a:p>
          <a:p>
            <a:pPr algn="ctr"/>
            <a:r>
              <a:rPr lang="sv-SE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Tagamtama Tagamta-ma</a:t>
            </a:r>
          </a:p>
        </p:txBody>
      </p:sp>
    </p:spTree>
    <p:extLst>
      <p:ext uri="{BB962C8B-B14F-4D97-AF65-F5344CB8AC3E}">
        <p14:creationId xmlns:p14="http://schemas.microsoft.com/office/powerpoint/2010/main" val="3066927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Ug Ang Tumang Katam-is</a:t>
            </a:r>
          </a:p>
          <a:p>
            <a:pPr algn="ctr"/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Tagamtama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algn="ctr"/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Tagamta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-ma</a:t>
            </a:r>
          </a:p>
        </p:txBody>
      </p:sp>
    </p:spTree>
    <p:extLst>
      <p:ext uri="{BB962C8B-B14F-4D97-AF65-F5344CB8AC3E}">
        <p14:creationId xmlns:p14="http://schemas.microsoft.com/office/powerpoint/2010/main" val="3829664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78</Words>
  <Application>Microsoft Office PowerPoint</Application>
  <PresentationFormat>Widescreen</PresentationFormat>
  <Paragraphs>17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5</cp:revision>
  <dcterms:created xsi:type="dcterms:W3CDTF">2025-01-20T04:39:07Z</dcterms:created>
  <dcterms:modified xsi:type="dcterms:W3CDTF">2025-01-25T07:39:32Z</dcterms:modified>
</cp:coreProperties>
</file>