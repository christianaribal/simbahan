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412" r:id="rId10"/>
    <p:sldId id="413" r:id="rId11"/>
    <p:sldId id="414" r:id="rId12"/>
    <p:sldId id="415" r:id="rId13"/>
    <p:sldId id="416" r:id="rId14"/>
    <p:sldId id="42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Tinapay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Buhay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8AF9B-E001-4838-AA3D-561111F3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6858000"/>
          </a:xfrm>
        </p:spPr>
        <p:txBody>
          <a:bodyPr>
            <a:no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 Ang Tinapay Ng Buhay</a:t>
            </a:r>
            <a:br>
              <a:rPr lang="sv-SE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Kanin Mo't Makibahagi</a:t>
            </a:r>
            <a:endParaRPr lang="en-US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964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8AF9B-E001-4838-AA3D-561111F3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 Ang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Tinapay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Ng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Buhay</a:t>
            </a:r>
            <a:b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Kanin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Mo't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Makiisa</a:t>
            </a:r>
            <a:endParaRPr lang="en-US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00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8AF9B-E001-4838-AA3D-561111F3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Iyan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Katawang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binayubay</a:t>
            </a:r>
            <a:b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Upang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Ikaw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Ay Mabuhay</a:t>
            </a:r>
          </a:p>
        </p:txBody>
      </p:sp>
    </p:spTree>
    <p:extLst>
      <p:ext uri="{BB962C8B-B14F-4D97-AF65-F5344CB8AC3E}">
        <p14:creationId xmlns:p14="http://schemas.microsoft.com/office/powerpoint/2010/main" val="277886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8AF9B-E001-4838-AA3D-561111F3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Iyan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katawang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naghirap</a:t>
            </a:r>
            <a:b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Upang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iyong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kamtan</a:t>
            </a:r>
            <a:b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buhay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walang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hanggan</a:t>
            </a:r>
            <a:endParaRPr 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438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8AF9B-E001-4838-AA3D-561111F3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6857999"/>
          </a:xfrm>
        </p:spPr>
        <p:txBody>
          <a:bodyPr>
            <a:no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 Ang Saro Ng Bagong Tipan</a:t>
            </a:r>
            <a:br>
              <a:rPr lang="sv-SE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Inumin Mo't Makibahagi</a:t>
            </a:r>
            <a:endParaRPr lang="en-US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448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8AF9B-E001-4838-AA3D-561111F3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 Ang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Saro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Ng Bagong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Tipan</a:t>
            </a:r>
            <a:b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Inumin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Mo't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Makiisa</a:t>
            </a:r>
            <a:endParaRPr lang="en-US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186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8AF9B-E001-4838-AA3D-561111F3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858000"/>
          </a:xfrm>
        </p:spPr>
        <p:txBody>
          <a:bodyPr>
            <a:no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Iyan Ang Dugong Dumanak</a:t>
            </a:r>
            <a:br>
              <a:rPr lang="sv-SE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Upang Ikaw Ay Mabuhay</a:t>
            </a:r>
            <a:endParaRPr lang="en-US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961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8AF9B-E001-4838-AA3D-561111F3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ctr"/>
            <a:r>
              <a:rPr lang="sv-SE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Iyan Ang Dugo Ni Kristo</a:t>
            </a:r>
            <a:br>
              <a:rPr lang="sv-SE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Upang Iyong Kamtan Ang Buhay Na Walang Hanggan</a:t>
            </a:r>
            <a:endParaRPr 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22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8AF9B-E001-4838-AA3D-561111F3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858000"/>
          </a:xfrm>
        </p:spPr>
        <p:txBody>
          <a:bodyPr>
            <a:no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 ang tinapay ng buhay</a:t>
            </a:r>
            <a:br>
              <a:rPr lang="sv-SE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Kanin mo't makibahagi</a:t>
            </a:r>
            <a:endParaRPr lang="en-US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135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8AF9B-E001-4838-AA3D-561111F3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 ang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tinapay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ng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buhay</a:t>
            </a:r>
            <a:b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Kanin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mo't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makiisa</a:t>
            </a:r>
            <a:endParaRPr lang="en-US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41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8AF9B-E001-4838-AA3D-561111F3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Iyan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katawang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ibinayubay</a:t>
            </a:r>
            <a:b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Upang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ikaw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ay mabuhay</a:t>
            </a:r>
          </a:p>
        </p:txBody>
      </p:sp>
    </p:spTree>
    <p:extLst>
      <p:ext uri="{BB962C8B-B14F-4D97-AF65-F5344CB8AC3E}">
        <p14:creationId xmlns:p14="http://schemas.microsoft.com/office/powerpoint/2010/main" val="3380196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8AF9B-E001-4838-AA3D-561111F3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Iyan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katawang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naghirap</a:t>
            </a:r>
            <a:b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Upang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iyong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kamtan</a:t>
            </a:r>
            <a:b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buhay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walang</a:t>
            </a: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hanggan</a:t>
            </a:r>
            <a:endParaRPr 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677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8AF9B-E001-4838-AA3D-561111F3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ctr"/>
            <a:r>
              <a:rPr lang="sv-SE" sz="9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Upang </a:t>
            </a:r>
            <a:r>
              <a:rPr lang="sv-SE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Iyong Kamtan Ang Buhay Na Walang Hanggan</a:t>
            </a:r>
            <a:endParaRPr 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624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136</Words>
  <Application>Microsoft Office PowerPoint</Application>
  <PresentationFormat>Widescreen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Ito Ang Tinapay Ng Buhay Kanin Mo't Makibahagi</vt:lpstr>
      <vt:lpstr>Ito Ang Tinapay Ng Buhay Kanin Mo't Makiisa</vt:lpstr>
      <vt:lpstr>Iyan Ang Katawang binayubay Upang Ikaw Ay Mabuhay</vt:lpstr>
      <vt:lpstr>Iyan ang katawang naghirap Upang iyong kamtan Ang buhay na walang hanggan</vt:lpstr>
      <vt:lpstr>Ito Ang Saro Ng Bagong Tipan Inumin Mo't Makibahagi</vt:lpstr>
      <vt:lpstr>Ito Ang Saro Ng Bagong Tipan Inumin Mo't Makiisa</vt:lpstr>
      <vt:lpstr>Iyan Ang Dugong Dumanak Upang Ikaw Ay Mabuhay</vt:lpstr>
      <vt:lpstr>Iyan Ang Dugo Ni Kristo Upang Iyong Kamtan Ang Buhay Na Walang Hanggan</vt:lpstr>
      <vt:lpstr>Ito ang tinapay ng buhay Kanin mo't makibahagi</vt:lpstr>
      <vt:lpstr>Ito ang tinapay ng buhay Kanin mo't makiisa</vt:lpstr>
      <vt:lpstr>Iyan ang katawang ibinayubay Upang ikaw ay mabuhay</vt:lpstr>
      <vt:lpstr>Iyan ang katawang naghirap Upang iyong kamtan Ang buhay na walang hanggan</vt:lpstr>
      <vt:lpstr>Upang Iyong Kamtan Ang Buhay Na Walang Hanggan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2025-01-20T04:39:07Z</dcterms:created>
  <dcterms:modified xsi:type="dcterms:W3CDTF">2025-03-24T12:28:33Z</dcterms:modified>
</cp:coreProperties>
</file>