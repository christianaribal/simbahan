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4" r:id="rId3"/>
    <p:sldId id="356" r:id="rId4"/>
    <p:sldId id="357" r:id="rId5"/>
    <p:sldId id="358" r:id="rId6"/>
    <p:sldId id="572" r:id="rId7"/>
    <p:sldId id="573" r:id="rId8"/>
    <p:sldId id="520" r:id="rId9"/>
    <p:sldId id="360" r:id="rId10"/>
    <p:sldId id="592" r:id="rId11"/>
    <p:sldId id="574" r:id="rId12"/>
    <p:sldId id="575" r:id="rId13"/>
    <p:sldId id="560" r:id="rId14"/>
    <p:sldId id="361" r:id="rId15"/>
    <p:sldId id="59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Nangandam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Kami Sa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Pagtuo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Nangandam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Sa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Pagto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-o,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Nangandoy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Kayo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2753419-42DB-4A7F-9594-64F079B4CFD4}"/>
              </a:ext>
            </a:extLst>
          </p:cNvPr>
          <p:cNvSpPr/>
          <p:nvPr/>
        </p:nvSpPr>
        <p:spPr>
          <a:xfrm>
            <a:off x="157164" y="84821"/>
            <a:ext cx="1270585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Refrain</a:t>
            </a:r>
          </a:p>
        </p:txBody>
      </p:sp>
    </p:spTree>
    <p:extLst>
      <p:ext uri="{BB962C8B-B14F-4D97-AF65-F5344CB8AC3E}">
        <p14:creationId xmlns:p14="http://schemas.microsoft.com/office/powerpoint/2010/main" val="189277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Among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Pagpaabot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Manunubos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Nangandam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Sa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Pagtul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-id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24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Among </a:t>
            </a:r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Kasaypanan</a:t>
            </a:r>
            <a:endParaRPr 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Nag-</a:t>
            </a:r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ampo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Pasayloon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Kaaghop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Paglaum</a:t>
            </a:r>
            <a:endParaRPr 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282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Ginoong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Hesus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kalinaw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kalibutan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BD25FB-62AB-462C-96DD-A7B99375AED8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Koro</a:t>
            </a:r>
          </a:p>
        </p:txBody>
      </p:sp>
    </p:spTree>
    <p:extLst>
      <p:ext uri="{BB962C8B-B14F-4D97-AF65-F5344CB8AC3E}">
        <p14:creationId xmlns:p14="http://schemas.microsoft.com/office/powerpoint/2010/main" val="1191219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Misalig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O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US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Misalig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Sa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</a:p>
        </p:txBody>
      </p:sp>
    </p:spTree>
    <p:extLst>
      <p:ext uri="{BB962C8B-B14F-4D97-AF65-F5344CB8AC3E}">
        <p14:creationId xmlns:p14="http://schemas.microsoft.com/office/powerpoint/2010/main" val="247320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Ikaw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Ang Among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Kasumbongan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Among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Kagul-anan</a:t>
            </a:r>
            <a:endParaRPr lang="en-ID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026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2CF71-ED5C-E157-3444-35BD2EDBE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5B3B90-E645-7A08-664B-FE3A4B6D86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Naghangyo Kami O Ginoo Nga Unta Patalinghugan Mo Umanhi</a:t>
            </a:r>
          </a:p>
        </p:txBody>
      </p:sp>
    </p:spTree>
    <p:extLst>
      <p:ext uri="{BB962C8B-B14F-4D97-AF65-F5344CB8AC3E}">
        <p14:creationId xmlns:p14="http://schemas.microsoft.com/office/powerpoint/2010/main" val="1607652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Ayaw Na Ug Paglangan Ginoo Sa Kalooy Ug Pagmahal</a:t>
            </a:r>
            <a:endParaRPr lang="en-US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927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Ginoong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Hesus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kalinaw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kalibutan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BD25FB-62AB-462C-96DD-A7B99375AED8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Koro</a:t>
            </a:r>
          </a:p>
        </p:txBody>
      </p:sp>
    </p:spTree>
    <p:extLst>
      <p:ext uri="{BB962C8B-B14F-4D97-AF65-F5344CB8AC3E}">
        <p14:creationId xmlns:p14="http://schemas.microsoft.com/office/powerpoint/2010/main" val="3565585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Nangandam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Sa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Kalilom</a:t>
            </a:r>
            <a:endParaRPr lang="en-US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Nangandam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Kaming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Malinawon</a:t>
            </a:r>
            <a:endParaRPr lang="en-US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271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Adlaw'g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Gabiing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Pamalandong</a:t>
            </a:r>
            <a:endParaRPr lang="en-US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Ikaw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Ang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Bugtong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Kalig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-on</a:t>
            </a:r>
            <a:endParaRPr lang="en-ID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303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Nangandam</a:t>
            </a:r>
            <a:r>
              <a:rPr lang="en-ID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Kaming</a:t>
            </a:r>
            <a:r>
              <a:rPr lang="en-ID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Madasigon</a:t>
            </a:r>
            <a:endParaRPr lang="en-ID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ID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ID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Matinud</a:t>
            </a:r>
            <a:r>
              <a:rPr lang="en-ID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-anon</a:t>
            </a:r>
          </a:p>
        </p:txBody>
      </p:sp>
    </p:spTree>
    <p:extLst>
      <p:ext uri="{BB962C8B-B14F-4D97-AF65-F5344CB8AC3E}">
        <p14:creationId xmlns:p14="http://schemas.microsoft.com/office/powerpoint/2010/main" val="3498042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1219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Nalipay Ang Among Kasing-kasing</a:t>
            </a:r>
          </a:p>
          <a:p>
            <a:pPr algn="ctr"/>
            <a:r>
              <a:rPr lang="it-IT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Paghulat Kanimo, O Ginoo.</a:t>
            </a:r>
            <a:endParaRPr lang="en-ID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664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Ginoong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Hesus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kalinaw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kalibutan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BD25FB-62AB-462C-96DD-A7B99375AED8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Koro</a:t>
            </a:r>
          </a:p>
        </p:txBody>
      </p:sp>
    </p:spTree>
    <p:extLst>
      <p:ext uri="{BB962C8B-B14F-4D97-AF65-F5344CB8AC3E}">
        <p14:creationId xmlns:p14="http://schemas.microsoft.com/office/powerpoint/2010/main" val="870654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147</Words>
  <Application>Microsoft Office PowerPoint</Application>
  <PresentationFormat>Widescreen</PresentationFormat>
  <Paragraphs>26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chrizzchan98@gmail.com</cp:lastModifiedBy>
  <cp:revision>10</cp:revision>
  <dcterms:created xsi:type="dcterms:W3CDTF">2025-01-20T04:39:07Z</dcterms:created>
  <dcterms:modified xsi:type="dcterms:W3CDTF">2025-07-05T22:58:33Z</dcterms:modified>
</cp:coreProperties>
</file>