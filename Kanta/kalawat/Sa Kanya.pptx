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54" r:id="rId3"/>
    <p:sldId id="356" r:id="rId4"/>
    <p:sldId id="357" r:id="rId5"/>
    <p:sldId id="358" r:id="rId6"/>
    <p:sldId id="359" r:id="rId7"/>
    <p:sldId id="360" r:id="rId8"/>
    <p:sldId id="361" r:id="rId9"/>
    <p:sldId id="362" r:id="rId10"/>
    <p:sldId id="363" r:id="rId11"/>
    <p:sldId id="364" r:id="rId12"/>
    <p:sldId id="3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Kanya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Mayroon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Akong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Sasabihin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Iyo Na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Ibig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Sana’y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Aawitin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Ito’y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Tungkol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Buhay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Mundong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Ito</a:t>
            </a:r>
          </a:p>
        </p:txBody>
      </p:sp>
    </p:spTree>
    <p:extLst>
      <p:ext uri="{BB962C8B-B14F-4D97-AF65-F5344CB8AC3E}">
        <p14:creationId xmlns:p14="http://schemas.microsoft.com/office/powerpoint/2010/main" val="1892770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Buhay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Ibinigay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Diyos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Sayo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2243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Kanya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Mayroong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Kabuluhan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Iyong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Buhay</a:t>
            </a:r>
            <a:endParaRPr lang="en-ID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Kanya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Pag-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asa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Nabibilang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Tunay</a:t>
            </a:r>
            <a:endParaRPr lang="en-ID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282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Kanya</a:t>
            </a:r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Kaligtas</a:t>
            </a:r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Ako</a:t>
            </a:r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Ika’y</a:t>
            </a:r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Mananampalataya</a:t>
            </a:r>
            <a:b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Kanya</a:t>
            </a:r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Pag-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asa</a:t>
            </a:r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Kanya</a:t>
            </a:r>
            <a:endParaRPr lang="en-ID" sz="9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219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Umaga’t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Maghapon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Ika’y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Litong-lito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Pangyayaring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Naririnig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</a:p>
        </p:txBody>
      </p:sp>
    </p:spTree>
    <p:extLst>
      <p:ext uri="{BB962C8B-B14F-4D97-AF65-F5344CB8AC3E}">
        <p14:creationId xmlns:p14="http://schemas.microsoft.com/office/powerpoint/2010/main" val="514492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Minsan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Ay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Naitatanong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 Sa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Sarili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</a:p>
          <a:p>
            <a:pPr algn="ctr"/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Kung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Saan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Patungo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Buhay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Mundong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Ito</a:t>
            </a:r>
          </a:p>
        </p:txBody>
      </p:sp>
    </p:spTree>
    <p:extLst>
      <p:ext uri="{BB962C8B-B14F-4D97-AF65-F5344CB8AC3E}">
        <p14:creationId xmlns:p14="http://schemas.microsoft.com/office/powerpoint/2010/main" val="3066927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Inuubos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 Ang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Oras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Trabaho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</a:p>
          <a:p>
            <a:pPr algn="ctr"/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Upang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Ika’y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Lalong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Umasenso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664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Inuubos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 Ang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Oras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Trabaho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</a:p>
          <a:p>
            <a:pPr algn="ctr"/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Upang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Ika’y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Lalong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Umasenso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402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Kailangang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Madala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 Sa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Mundong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Ito</a:t>
            </a:r>
          </a:p>
          <a:p>
            <a:pPr algn="ctr"/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Lahat Ng Pag-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ibig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Kayamanan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</a:p>
        </p:txBody>
      </p:sp>
    </p:spTree>
    <p:extLst>
      <p:ext uri="{BB962C8B-B14F-4D97-AF65-F5344CB8AC3E}">
        <p14:creationId xmlns:p14="http://schemas.microsoft.com/office/powerpoint/2010/main" val="2255578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Kanya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Mayroong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Kabuluhan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Iyong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Buhay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Kanya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Pag-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asa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Nabibilang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Tunay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920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Kanya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Kaligtasan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Kung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Ika’y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Mananampalataya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Kanya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Pag-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asa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Kanya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915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149</Words>
  <Application>Microsoft Office PowerPoint</Application>
  <PresentationFormat>Widescreen</PresentationFormat>
  <Paragraphs>20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</cp:revision>
  <dcterms:created xsi:type="dcterms:W3CDTF">2025-01-20T04:39:07Z</dcterms:created>
  <dcterms:modified xsi:type="dcterms:W3CDTF">2025-01-20T06:56:21Z</dcterms:modified>
</cp:coreProperties>
</file>