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520" r:id="rId8"/>
    <p:sldId id="360" r:id="rId9"/>
    <p:sldId id="560" r:id="rId10"/>
    <p:sldId id="361" r:id="rId11"/>
    <p:sldId id="521" r:id="rId12"/>
    <p:sldId id="561" r:id="rId13"/>
    <p:sldId id="562" r:id="rId14"/>
    <p:sldId id="563" r:id="rId15"/>
    <p:sldId id="564" r:id="rId16"/>
    <p:sldId id="5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Mapuslanon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Ba,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Puno Ba 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Pagtabang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</a:t>
            </a:r>
            <a:r>
              <a:rPr lang="en-ID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Kanunay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Puno 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Panahon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higala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Hamubo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Ba,</a:t>
            </a: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Daklit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Molabay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Unya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Mahanaw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sv-SE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Kinabuhi, Ning Kalibutan Ta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Karun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Angay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Gayod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 Mag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hunahuna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Pagpuyo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Kinabuhi Mo Nagasubay Kaba</a:t>
            </a:r>
          </a:p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Katarong Higala Ko</a:t>
            </a:r>
          </a:p>
        </p:txBody>
      </p:sp>
    </p:spTree>
    <p:extLst>
      <p:ext uri="{BB962C8B-B14F-4D97-AF65-F5344CB8AC3E}">
        <p14:creationId xmlns:p14="http://schemas.microsoft.com/office/powerpoint/2010/main" val="1607652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 -Ag Kalipay Ug Maayong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Binuhatan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Higala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</a:t>
            </a: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Pun-on Mo 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Ang,</a:t>
            </a:r>
          </a:p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Matag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Gutlo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Sa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042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Dad-on Mo Si Kristo Sa</a:t>
            </a:r>
          </a:p>
          <a:p>
            <a:pPr algn="ctr"/>
            <a:r>
              <a:rPr lang="it-IT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Usag Usa Ipaila Kanila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3FCA-570A-1F39-AF9A-C3FF20CF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05CBB5-D8DD-35C6-C650-1BCD585A92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Ginoo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Ug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Isangyaw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Iyang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8039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3FCA-570A-1F39-AF9A-C3FF20CF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05CBB5-D8DD-35C6-C650-1BCD585A92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Atong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Kinabuhi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Higala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9684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3FCA-570A-1F39-AF9A-C3FF20CF0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E05CBB5-D8DD-35C6-C650-1BCD585A92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Lumalabay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Busa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Pahimuslan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 Ang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Kaayo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Ipatunhay</a:t>
            </a:r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4469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Karun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Angay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Gayod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Nga Mag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hunahuna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Pagpuyo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8787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Kinabuhi Mo Nagasubay Kaba</a:t>
            </a:r>
          </a:p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Katarong Higala Ko</a:t>
            </a:r>
          </a:p>
        </p:txBody>
      </p:sp>
    </p:spTree>
    <p:extLst>
      <p:ext uri="{BB962C8B-B14F-4D97-AF65-F5344CB8AC3E}">
        <p14:creationId xmlns:p14="http://schemas.microsoft.com/office/powerpoint/2010/main" val="3238763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Matag Gutlo Sa Kunabuhi Mo</a:t>
            </a:r>
          </a:p>
        </p:txBody>
      </p:sp>
    </p:spTree>
    <p:extLst>
      <p:ext uri="{BB962C8B-B14F-4D97-AF65-F5344CB8AC3E}">
        <p14:creationId xmlns:p14="http://schemas.microsoft.com/office/powerpoint/2010/main" val="1527334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145</Words>
  <Application>Microsoft Office PowerPoint</Application>
  <PresentationFormat>Widescreen</PresentationFormat>
  <Paragraphs>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chrizzchan98@gmail.com</cp:lastModifiedBy>
  <cp:revision>10</cp:revision>
  <dcterms:created xsi:type="dcterms:W3CDTF">2025-01-20T04:39:07Z</dcterms:created>
  <dcterms:modified xsi:type="dcterms:W3CDTF">2025-07-05T22:09:59Z</dcterms:modified>
</cp:coreProperties>
</file>