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4" r:id="rId3"/>
    <p:sldId id="356" r:id="rId4"/>
    <p:sldId id="357" r:id="rId5"/>
    <p:sldId id="471" r:id="rId6"/>
    <p:sldId id="358" r:id="rId7"/>
    <p:sldId id="4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Abi Maria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13 Sa Mayo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Birhen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Maria</a:t>
            </a:r>
          </a:p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Anaug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Langit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Kuba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Area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 Abi, Abi Maria,</a:t>
            </a:r>
          </a:p>
          <a:p>
            <a:pPr algn="ctr"/>
            <a:r>
              <a:rPr lang="it-IT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 Abi, Abi Maria.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Birhen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Maria Nag Tug An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Kanato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Adaghan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Emperno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Walay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Ampo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 Abi, Abi Maria,</a:t>
            </a:r>
          </a:p>
          <a:p>
            <a:pPr algn="ctr"/>
            <a:r>
              <a:rPr lang="it-IT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 Abi, Abi Maria.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84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Birhen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Maria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Nagsugo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Kanato</a:t>
            </a:r>
            <a:endParaRPr lang="en-US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Santo Rosario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Kanunay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Ampo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 Abi, Abi Maria,</a:t>
            </a:r>
          </a:p>
          <a:p>
            <a:pPr algn="ctr"/>
            <a:r>
              <a:rPr lang="it-IT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 Abi, Abi Maria.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2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79</Words>
  <Application>Microsoft Office PowerPoint</Application>
  <PresentationFormat>Widescreen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2025-01-20T04:39:07Z</dcterms:created>
  <dcterms:modified xsi:type="dcterms:W3CDTF">2025-05-04T01:27:08Z</dcterms:modified>
</cp:coreProperties>
</file>