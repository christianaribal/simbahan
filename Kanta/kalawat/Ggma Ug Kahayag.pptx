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473" r:id="rId6"/>
    <p:sldId id="471" r:id="rId7"/>
    <p:sldId id="358" r:id="rId8"/>
    <p:sldId id="472" r:id="rId9"/>
    <p:sldId id="474" r:id="rId10"/>
    <p:sldId id="475" r:id="rId11"/>
    <p:sldId id="476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Minugna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Ako Ang Kaalam Nga Gimugna Alang Sa Tanan Kung Wala Pa Ako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 Kay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Mubati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Maoy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Iwag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8BF4-5BF8-4A48-A030-CB4703A1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95746-5AEF-4F69-8BFC-13FA90AA9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993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Ginoo tudlui ako sa dalan sa kinabuhi Aron kahayag ang akong masinati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8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Kawang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Dili Puy-an Kay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Gugma Ug Kahayag Sa 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2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9246-8F8B-408E-82D7-068693D6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F7D8-9F18-4086-866E-EA0A9AD6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751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 Sa Adlaw Nga Mudan-ag Sa Kabuntagon Sama Sa Bulan Ug Bituon Nga Iwag Sa Kagabhion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90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Ginoo Gayud Maoy Kahayag Sa Kinabuhi Tugkaron Ta Aron Sudnon Ang Mga Mithi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78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Ginoo tudlui ako sa dalan sa kinabuhi Aron kahayag ang akong masinati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80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Kawang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Dili Puy-an Kay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14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Gugma Ug Kahayag Sa 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750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Kasing-kasing Mo Ko Anaa Ang Ginoo</a:t>
            </a:r>
          </a:p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Pagdumot, Kayugot Nga Muhari Sa Dughan Mo</a:t>
            </a:r>
            <a:endParaRPr lang="en-ID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590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Mga Kalipay Kalinaw</a:t>
            </a:r>
          </a:p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Puno Sa Pagpasaylo Sa Mga Panalangin Pun-on Ka Sa Ginoo</a:t>
            </a:r>
            <a:endParaRPr lang="en-ID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08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Ginoo tudlui ako sa dalan sa kinabuhi Aron kahayag ang akong masinati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888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Kawang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Dili Puy-an Kay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514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Gugma Ug Kahayag Sa 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48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Kawang Ang Tanan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185</Words>
  <Application>Microsoft Office PowerPoint</Application>
  <PresentationFormat>Widescreen</PresentationFormat>
  <Paragraphs>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11</cp:revision>
  <dcterms:created xsi:type="dcterms:W3CDTF">2025-01-20T04:39:07Z</dcterms:created>
  <dcterms:modified xsi:type="dcterms:W3CDTF">2026-01-03T22:13:57Z</dcterms:modified>
</cp:coreProperties>
</file>