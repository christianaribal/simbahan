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59" r:id="rId7"/>
    <p:sldId id="360" r:id="rId8"/>
    <p:sldId id="361" r:id="rId9"/>
    <p:sldId id="391" r:id="rId10"/>
    <p:sldId id="3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Duyog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Duyog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Huni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Magkahiusa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Malukpanon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Pagtuo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Kita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Jesukristo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Tanang Takna Iya Kitang Gitawag</a:t>
            </a:r>
          </a:p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Kita Usab Karun Mitubag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Nagsangyaw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Kita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Usab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Sunod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Kay,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Gitahasan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usag-usa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3716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Mobaktis Mn Kita</a:t>
            </a:r>
          </a:p>
          <a:p>
            <a:pPr algn="ctr"/>
            <a:r>
              <a:rPr lang="fi-FI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Mopanaw Mn Kita</a:t>
            </a:r>
          </a:p>
          <a:p>
            <a:pPr algn="ctr"/>
            <a:r>
              <a:rPr lang="fi-FI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 Si Kristo Maoy Sundon Ta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Iya Tanang Dasigon</a:t>
            </a:r>
          </a:p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Iya Tang Lipayon</a:t>
            </a:r>
          </a:p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Sa Bukton</a:t>
            </a:r>
          </a:p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Iya Kitang Sapnayon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Mobaktis Mn Kita</a:t>
            </a:r>
          </a:p>
          <a:p>
            <a:pPr algn="ctr"/>
            <a:r>
              <a:rPr lang="fi-FI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Mopanaw Mn Kita</a:t>
            </a:r>
          </a:p>
          <a:p>
            <a:pPr algn="ctr"/>
            <a:r>
              <a:rPr lang="fi-FI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 Si Kristo Maoy Sundon Ta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Iya Tanang Dasigon</a:t>
            </a:r>
          </a:p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Iya Tang Lipayon</a:t>
            </a:r>
          </a:p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Sa Bukton</a:t>
            </a:r>
          </a:p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Iya Kitang Sapnayon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309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Bukton Iya Kitang Sapnayon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36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103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2025-01-20T04:39:07Z</dcterms:created>
  <dcterms:modified xsi:type="dcterms:W3CDTF">2025-01-25T07:32:12Z</dcterms:modified>
</cp:coreProperties>
</file>