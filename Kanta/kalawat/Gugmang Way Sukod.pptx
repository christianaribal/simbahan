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0" r:id="rId2"/>
    <p:sldId id="354" r:id="rId3"/>
    <p:sldId id="356" r:id="rId4"/>
    <p:sldId id="357" r:id="rId5"/>
    <p:sldId id="358" r:id="rId6"/>
    <p:sldId id="362" r:id="rId7"/>
    <p:sldId id="359" r:id="rId8"/>
    <p:sldId id="360" r:id="rId9"/>
    <p:sldId id="361" r:id="rId10"/>
    <p:sldId id="363" r:id="rId11"/>
    <p:sldId id="364" r:id="rId12"/>
    <p:sldId id="368" r:id="rId13"/>
    <p:sldId id="369" r:id="rId14"/>
    <p:sldId id="3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Way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Sukod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055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 O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Walay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Sukod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Antos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Ug Pag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Pakamatay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Nagdan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-ag Sa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Gihiusa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Pinaagi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Pagkabanhaw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Kalinaw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Gibati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Among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Dughan</a:t>
            </a:r>
            <a:endParaRPr lang="en-ID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Dugo</a:t>
            </a:r>
            <a:r>
              <a:rPr lang="en-ID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Ug Ang </a:t>
            </a:r>
            <a:r>
              <a:rPr lang="en-ID" sz="9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Lawas</a:t>
            </a:r>
            <a:endParaRPr lang="en-ID" sz="9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Nag Dag-ag Sa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Gihigugma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Makasasala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935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Pinaagi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Pagkabanhaw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Salamat sa imong gugma 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92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Kasing-kasing Patuhupa Ipaambit Ta Sa Kalibutan</a:t>
            </a:r>
            <a:endParaRPr lang="en-ID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Maghigugmaay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Gihiusa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64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Pinaagi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Pagkabanhaw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sv-SE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Salamat sa imong gugma 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469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Kasing-kasing Patuhupa Ipaambit Ta Sa Kalibutan</a:t>
            </a:r>
            <a:endParaRPr lang="en-ID" sz="1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684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Maghigugmaay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Kitang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Gihiusa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endParaRPr lang="en-ID" sz="1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74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Pinaagi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Pagkabanhaw</a:t>
            </a:r>
            <a:r>
              <a:rPr lang="en-ID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2435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420977-8535-4F96-ABE2-E59CB7CA07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Gihiusa</a:t>
            </a:r>
            <a:r>
              <a:rPr lang="en-ID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r>
              <a:rPr lang="en-ID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Pinaagi</a:t>
            </a:r>
            <a:r>
              <a:rPr lang="en-ID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Pagkabanhaw</a:t>
            </a:r>
            <a:r>
              <a:rPr lang="en-ID" sz="1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2291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121</Words>
  <Application>Microsoft Office PowerPoint</Application>
  <PresentationFormat>Widescreen</PresentationFormat>
  <Paragraphs>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12</cp:revision>
  <dcterms:created xsi:type="dcterms:W3CDTF">2025-01-20T04:39:07Z</dcterms:created>
  <dcterms:modified xsi:type="dcterms:W3CDTF">2026-03-08T01:11:29Z</dcterms:modified>
</cp:coreProperties>
</file>