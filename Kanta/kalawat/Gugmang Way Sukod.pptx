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70" r:id="rId2"/>
    <p:sldId id="256" r:id="rId3"/>
    <p:sldId id="354" r:id="rId4"/>
    <p:sldId id="356" r:id="rId5"/>
    <p:sldId id="357" r:id="rId6"/>
    <p:sldId id="358" r:id="rId7"/>
    <p:sldId id="362" r:id="rId8"/>
    <p:sldId id="359" r:id="rId9"/>
    <p:sldId id="360" r:id="rId10"/>
    <p:sldId id="361" r:id="rId11"/>
    <p:sldId id="363" r:id="rId12"/>
    <p:sldId id="364" r:id="rId13"/>
    <p:sldId id="368" r:id="rId14"/>
    <p:sldId id="369" r:id="rId15"/>
    <p:sldId id="3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30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Gugmang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Way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55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 O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Pakamatay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Nagdan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Katinaw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Gibati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Among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Dughan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Dugo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Lawas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Nag Dag-ag Sa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Gihigugma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Makasasala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935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492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927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664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469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68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774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2435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420977-8535-4F96-ABE2-E59CB7CA07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2291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121</Words>
  <Application>Microsoft Office PowerPoint</Application>
  <PresentationFormat>Widescreen</PresentationFormat>
  <Paragraphs>20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8</cp:revision>
  <dcterms:created xsi:type="dcterms:W3CDTF">2025-01-20T04:39:07Z</dcterms:created>
  <dcterms:modified xsi:type="dcterms:W3CDTF">2026-01-06T10:55:42Z</dcterms:modified>
</cp:coreProperties>
</file>