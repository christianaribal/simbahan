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54" r:id="rId3"/>
    <p:sldId id="356" r:id="rId4"/>
    <p:sldId id="357" r:id="rId5"/>
    <p:sldId id="483" r:id="rId6"/>
    <p:sldId id="471" r:id="rId7"/>
    <p:sldId id="358" r:id="rId8"/>
    <p:sldId id="485" r:id="rId9"/>
    <p:sldId id="486" r:id="rId10"/>
    <p:sldId id="472" r:id="rId11"/>
    <p:sldId id="473" r:id="rId12"/>
    <p:sldId id="488" r:id="rId13"/>
    <p:sldId id="489" r:id="rId14"/>
    <p:sldId id="474" r:id="rId15"/>
    <p:sldId id="475" r:id="rId16"/>
    <p:sldId id="491" r:id="rId17"/>
    <p:sldId id="49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476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great though art</a:t>
            </a: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800" dirty="0">
                <a:latin typeface="Arial" panose="020B0604020202020204" pitchFamily="34" charset="0"/>
                <a:cs typeface="Arial" panose="020B0604020202020204" pitchFamily="34" charset="0"/>
              </a:rPr>
              <a:t>O Lord my God</a:t>
            </a:r>
          </a:p>
          <a:p>
            <a:pPr algn="ctr"/>
            <a:r>
              <a:rPr lang="en-US" sz="8800" dirty="0">
                <a:latin typeface="Arial" panose="020B0604020202020204" pitchFamily="34" charset="0"/>
                <a:cs typeface="Arial" panose="020B0604020202020204" pitchFamily="34" charset="0"/>
              </a:rPr>
              <a:t>When I in awesome wonder</a:t>
            </a:r>
          </a:p>
          <a:p>
            <a:pPr algn="ctr"/>
            <a:r>
              <a:rPr lang="en-US" sz="8800" dirty="0">
                <a:latin typeface="Arial" panose="020B0604020202020204" pitchFamily="34" charset="0"/>
                <a:cs typeface="Arial" panose="020B0604020202020204" pitchFamily="34" charset="0"/>
              </a:rPr>
              <a:t>Consider all the works</a:t>
            </a:r>
          </a:p>
          <a:p>
            <a:pPr algn="ctr"/>
            <a:r>
              <a:rPr lang="en-US" sz="8800" dirty="0">
                <a:latin typeface="Arial" panose="020B0604020202020204" pitchFamily="34" charset="0"/>
                <a:cs typeface="Arial" panose="020B0604020202020204" pitchFamily="34" charset="0"/>
              </a:rPr>
              <a:t>Thy hands have made,</a:t>
            </a:r>
            <a:endParaRPr lang="en-ID" sz="8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770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800" dirty="0">
                <a:latin typeface="Arial" panose="020B0604020202020204" pitchFamily="34" charset="0"/>
                <a:cs typeface="Arial" panose="020B0604020202020204" pitchFamily="34" charset="0"/>
              </a:rPr>
              <a:t>I see the stars,</a:t>
            </a:r>
          </a:p>
          <a:p>
            <a:pPr algn="ctr"/>
            <a:r>
              <a:rPr lang="en-US" sz="8800" dirty="0">
                <a:latin typeface="Arial" panose="020B0604020202020204" pitchFamily="34" charset="0"/>
                <a:cs typeface="Arial" panose="020B0604020202020204" pitchFamily="34" charset="0"/>
              </a:rPr>
              <a:t>I hear the rolling thunder,</a:t>
            </a:r>
          </a:p>
          <a:p>
            <a:pPr algn="ctr"/>
            <a:r>
              <a:rPr lang="en-US" sz="8800" dirty="0">
                <a:latin typeface="Arial" panose="020B0604020202020204" pitchFamily="34" charset="0"/>
                <a:cs typeface="Arial" panose="020B0604020202020204" pitchFamily="34" charset="0"/>
              </a:rPr>
              <a:t>Thy </a:t>
            </a:r>
            <a:r>
              <a:rPr lang="en-US" sz="8800" dirty="0" err="1">
                <a:latin typeface="Arial" panose="020B0604020202020204" pitchFamily="34" charset="0"/>
                <a:cs typeface="Arial" panose="020B0604020202020204" pitchFamily="34" charset="0"/>
              </a:rPr>
              <a:t>pow'r</a:t>
            </a:r>
            <a:r>
              <a:rPr lang="en-US" sz="8800" dirty="0">
                <a:latin typeface="Arial" panose="020B0604020202020204" pitchFamily="34" charset="0"/>
                <a:cs typeface="Arial" panose="020B0604020202020204" pitchFamily="34" charset="0"/>
              </a:rPr>
              <a:t> throughout</a:t>
            </a:r>
          </a:p>
          <a:p>
            <a:pPr algn="ctr"/>
            <a:r>
              <a:rPr lang="en-US" sz="8800" dirty="0">
                <a:latin typeface="Arial" panose="020B0604020202020204" pitchFamily="34" charset="0"/>
                <a:cs typeface="Arial" panose="020B0604020202020204" pitchFamily="34" charset="0"/>
              </a:rPr>
              <a:t>The universe displayed!</a:t>
            </a:r>
            <a:endParaRPr lang="en-ID" sz="8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243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Then sings my soul,</a:t>
            </a:r>
          </a:p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My Savior God, to Thee;</a:t>
            </a:r>
          </a:p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How great Thou art,</a:t>
            </a:r>
          </a:p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How great Thou art!</a:t>
            </a:r>
            <a:endParaRPr lang="en-ID" sz="9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282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Then sings my soul,</a:t>
            </a:r>
          </a:p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My Savior God, to Thee;</a:t>
            </a:r>
          </a:p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How great Thou art,</a:t>
            </a:r>
          </a:p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How great Thou art!</a:t>
            </a:r>
            <a:endParaRPr lang="en-ID" sz="9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075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00" dirty="0">
                <a:latin typeface="Arial" panose="020B0604020202020204" pitchFamily="34" charset="0"/>
                <a:cs typeface="Arial" panose="020B0604020202020204" pitchFamily="34" charset="0"/>
              </a:rPr>
              <a:t>When thru the woods</a:t>
            </a:r>
          </a:p>
          <a:p>
            <a:pPr algn="ctr"/>
            <a:r>
              <a:rPr lang="en-US" sz="8500" dirty="0">
                <a:latin typeface="Arial" panose="020B0604020202020204" pitchFamily="34" charset="0"/>
                <a:cs typeface="Arial" panose="020B0604020202020204" pitchFamily="34" charset="0"/>
              </a:rPr>
              <a:t>And forest glades I wander</a:t>
            </a:r>
          </a:p>
          <a:p>
            <a:pPr algn="ctr"/>
            <a:r>
              <a:rPr lang="en-US" sz="8500" dirty="0">
                <a:latin typeface="Arial" panose="020B0604020202020204" pitchFamily="34" charset="0"/>
                <a:cs typeface="Arial" panose="020B0604020202020204" pitchFamily="34" charset="0"/>
              </a:rPr>
              <a:t>And hear the birds</a:t>
            </a:r>
          </a:p>
          <a:p>
            <a:pPr algn="ctr"/>
            <a:r>
              <a:rPr lang="en-US" sz="8500" dirty="0">
                <a:latin typeface="Arial" panose="020B0604020202020204" pitchFamily="34" charset="0"/>
                <a:cs typeface="Arial" panose="020B0604020202020204" pitchFamily="34" charset="0"/>
              </a:rPr>
              <a:t>Sing sweetly in the trees,</a:t>
            </a:r>
            <a:endParaRPr lang="en-ID" sz="8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784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>
                <a:latin typeface="Arial" panose="020B0604020202020204" pitchFamily="34" charset="0"/>
                <a:cs typeface="Arial" panose="020B0604020202020204" pitchFamily="34" charset="0"/>
              </a:rPr>
              <a:t>When I look down</a:t>
            </a:r>
          </a:p>
          <a:p>
            <a:pPr algn="ctr"/>
            <a:r>
              <a:rPr lang="en-US" sz="8000" dirty="0">
                <a:latin typeface="Arial" panose="020B0604020202020204" pitchFamily="34" charset="0"/>
                <a:cs typeface="Arial" panose="020B0604020202020204" pitchFamily="34" charset="0"/>
              </a:rPr>
              <a:t>From lofty mountain grandeur</a:t>
            </a:r>
          </a:p>
          <a:p>
            <a:pPr algn="ctr"/>
            <a:r>
              <a:rPr lang="en-US" sz="8000" dirty="0">
                <a:latin typeface="Arial" panose="020B0604020202020204" pitchFamily="34" charset="0"/>
                <a:cs typeface="Arial" panose="020B0604020202020204" pitchFamily="34" charset="0"/>
              </a:rPr>
              <a:t>And hear the brook</a:t>
            </a:r>
          </a:p>
          <a:p>
            <a:pPr algn="ctr"/>
            <a:r>
              <a:rPr lang="en-US" sz="8000" dirty="0">
                <a:latin typeface="Arial" panose="020B0604020202020204" pitchFamily="34" charset="0"/>
                <a:cs typeface="Arial" panose="020B0604020202020204" pitchFamily="34" charset="0"/>
              </a:rPr>
              <a:t>And feel the gentle breeze,</a:t>
            </a:r>
            <a:endParaRPr lang="en-ID" sz="8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219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Then sings my soul,</a:t>
            </a:r>
          </a:p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My Savior God, to Thee;</a:t>
            </a:r>
          </a:p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How great Thou art,</a:t>
            </a:r>
          </a:p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How great Thou art!</a:t>
            </a:r>
            <a:endParaRPr lang="en-ID" sz="9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2828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Then sings my soul,</a:t>
            </a:r>
          </a:p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My Savior God, to Thee;</a:t>
            </a:r>
          </a:p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How great Thou art,</a:t>
            </a:r>
          </a:p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How great Thou art!</a:t>
            </a:r>
            <a:endParaRPr lang="en-ID" sz="9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2020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And when I think</a:t>
            </a:r>
          </a:p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That God, His Son not sparing,</a:t>
            </a:r>
          </a:p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Sent Him to die,</a:t>
            </a:r>
          </a:p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I scarce can take it in</a:t>
            </a:r>
            <a:endParaRPr lang="en-ID" sz="9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32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F4834-A958-7BE0-DCC7-86E02C30F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9DDA91-06B0-3454-5898-8ABE0B44280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That on the cross,</a:t>
            </a:r>
          </a:p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My burden gladly bearing,</a:t>
            </a:r>
          </a:p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He bled and died</a:t>
            </a:r>
          </a:p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To take away my sin!</a:t>
            </a:r>
            <a:endParaRPr lang="en-ID" sz="9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3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Then sings my soul,</a:t>
            </a:r>
          </a:p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My Savior God, to Thee;</a:t>
            </a:r>
          </a:p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How great Thou art,</a:t>
            </a:r>
          </a:p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How great Thou art!</a:t>
            </a:r>
            <a:endParaRPr lang="en-ID" sz="9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012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Then sings my soul,</a:t>
            </a:r>
          </a:p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My Savior God, to Thee;</a:t>
            </a:r>
          </a:p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How great Thou art,</a:t>
            </a:r>
          </a:p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How great Thou art!</a:t>
            </a:r>
            <a:endParaRPr lang="en-ID" sz="9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5938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4D57E-31F6-45CE-371A-53AE48F06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FED1D82-494E-9F69-7E11-44D2D3788DE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00" dirty="0">
                <a:latin typeface="Arial" panose="020B0604020202020204" pitchFamily="34" charset="0"/>
                <a:cs typeface="Arial" panose="020B0604020202020204" pitchFamily="34" charset="0"/>
              </a:rPr>
              <a:t>When Christ shall come</a:t>
            </a:r>
          </a:p>
          <a:p>
            <a:pPr algn="ctr"/>
            <a:r>
              <a:rPr lang="en-US" sz="8200" dirty="0">
                <a:latin typeface="Arial" panose="020B0604020202020204" pitchFamily="34" charset="0"/>
                <a:cs typeface="Arial" panose="020B0604020202020204" pitchFamily="34" charset="0"/>
              </a:rPr>
              <a:t>With shout of acclamation</a:t>
            </a:r>
          </a:p>
          <a:p>
            <a:pPr algn="ctr"/>
            <a:r>
              <a:rPr lang="en-US" sz="8200" dirty="0">
                <a:latin typeface="Arial" panose="020B0604020202020204" pitchFamily="34" charset="0"/>
                <a:cs typeface="Arial" panose="020B0604020202020204" pitchFamily="34" charset="0"/>
              </a:rPr>
              <a:t>And take me home,</a:t>
            </a:r>
          </a:p>
          <a:p>
            <a:pPr algn="ctr"/>
            <a:r>
              <a:rPr lang="en-US" sz="8200" dirty="0">
                <a:latin typeface="Arial" panose="020B0604020202020204" pitchFamily="34" charset="0"/>
                <a:cs typeface="Arial" panose="020B0604020202020204" pitchFamily="34" charset="0"/>
              </a:rPr>
              <a:t>What joy shall fill my heart!</a:t>
            </a:r>
            <a:endParaRPr lang="en-ID" sz="8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809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2587C-E049-6A64-E159-64CA7B543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CDDA627-D7FC-0947-F96C-C73E95C99D27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Then I shall bow</a:t>
            </a:r>
          </a:p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In humble adoration</a:t>
            </a:r>
          </a:p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And there proclaim,</a:t>
            </a:r>
          </a:p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My God, how great Thou art!</a:t>
            </a:r>
            <a:endParaRPr lang="en-ID" sz="9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02485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Then sings my soul,</a:t>
            </a:r>
          </a:p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My Savior God, to Thee;</a:t>
            </a:r>
          </a:p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How great Thou art,</a:t>
            </a:r>
          </a:p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How great Thou art!</a:t>
            </a:r>
            <a:endParaRPr lang="en-ID" sz="9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82567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Then sings my soul,</a:t>
            </a:r>
          </a:p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My Savior God, to Thee;</a:t>
            </a:r>
          </a:p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How great Thou art,</a:t>
            </a:r>
          </a:p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How great Thou art!</a:t>
            </a:r>
            <a:endParaRPr lang="en-ID" sz="9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1951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335</Words>
  <Application>Microsoft Office PowerPoint</Application>
  <PresentationFormat>Widescreen</PresentationFormat>
  <Paragraphs>65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Dood</cp:lastModifiedBy>
  <cp:revision>11</cp:revision>
  <dcterms:created xsi:type="dcterms:W3CDTF">2025-01-20T04:39:07Z</dcterms:created>
  <dcterms:modified xsi:type="dcterms:W3CDTF">2025-12-30T12:08:56Z</dcterms:modified>
</cp:coreProperties>
</file>