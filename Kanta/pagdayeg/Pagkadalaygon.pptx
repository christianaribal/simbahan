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25" r:id="rId3"/>
    <p:sldId id="326" r:id="rId4"/>
    <p:sldId id="434" r:id="rId5"/>
    <p:sldId id="435" r:id="rId6"/>
    <p:sldId id="459" r:id="rId7"/>
    <p:sldId id="4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Pagkadalaygon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Pagkadalaygon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O Dios Among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Idalit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 Mo Karon</a:t>
            </a:r>
            <a:b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Bisan Diin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Dios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Himayaon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19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Tag-iya</a:t>
            </a:r>
            <a: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89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Pagkadalaygon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O Dios Among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Idalit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1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 Mo Karon</a:t>
            </a:r>
            <a:b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Bisan Diin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8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Pagkadalaygon Sa Pulong Mo O Dios Among Ginoo Idalit Namo Kini Sa</vt:lpstr>
      <vt:lpstr>Katawhan Mo Karon Ug Bisan Diin</vt:lpstr>
      <vt:lpstr>Awitan Ta Ang Dios Ug Atong Himayaon Kay Siya Lamang</vt:lpstr>
      <vt:lpstr>Ang Tag-iya Sa Tanan</vt:lpstr>
      <vt:lpstr>Pagkadalaygon Sa Pulong Mo O Dios Among Ginoo Idalit Namo Kini Sa</vt:lpstr>
      <vt:lpstr>Katawhan Mo Karon Ug Bisan Diin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2025-02-15T11:34:53Z</dcterms:modified>
</cp:coreProperties>
</file>