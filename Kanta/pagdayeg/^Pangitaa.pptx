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618" r:id="rId3"/>
    <p:sldId id="619" r:id="rId4"/>
    <p:sldId id="620" r:id="rId5"/>
    <p:sldId id="62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274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r>
              <a:rPr lang="es-E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75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Pangitaa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Gingharian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b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Ang </a:t>
            </a:r>
            <a:r>
              <a:rPr lang="en-US" sz="1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Katarung</a:t>
            </a:r>
            <a:r>
              <a:rPr lang="en-US" sz="1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 Dios,</a:t>
            </a:r>
            <a:endParaRPr lang="en-ID" sz="1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AFCB64-9DAB-4798-A8EF-B1C7556997D5}"/>
              </a:ext>
            </a:extLst>
          </p:cNvPr>
          <p:cNvSpPr/>
          <p:nvPr/>
        </p:nvSpPr>
        <p:spPr>
          <a:xfrm>
            <a:off x="5114842" y="-134757"/>
            <a:ext cx="3064043" cy="6737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(A-le-</a:t>
            </a:r>
            <a:r>
              <a:rPr lang="en-US" sz="2800" dirty="0" err="1"/>
              <a:t>lu</a:t>
            </a:r>
            <a:r>
              <a:rPr lang="en-US" sz="2800" dirty="0"/>
              <a:t>-</a:t>
            </a:r>
            <a:r>
              <a:rPr lang="en-US" sz="2800" dirty="0" err="1"/>
              <a:t>ya</a:t>
            </a:r>
            <a:r>
              <a:rPr lang="en-US" sz="2800" dirty="0"/>
              <a:t>-)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00C520-7CEC-4AD2-A89A-BBE7C6149DF4}"/>
              </a:ext>
            </a:extLst>
          </p:cNvPr>
          <p:cNvSpPr/>
          <p:nvPr/>
        </p:nvSpPr>
        <p:spPr>
          <a:xfrm>
            <a:off x="4467727" y="3369397"/>
            <a:ext cx="3064043" cy="6737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(A-le-</a:t>
            </a:r>
            <a:r>
              <a:rPr lang="en-US" sz="3200" dirty="0" err="1"/>
              <a:t>lu</a:t>
            </a:r>
            <a:r>
              <a:rPr lang="en-US" sz="3200" dirty="0"/>
              <a:t>-</a:t>
            </a:r>
            <a:r>
              <a:rPr lang="en-US" sz="3200" dirty="0" err="1"/>
              <a:t>ya</a:t>
            </a:r>
            <a:r>
              <a:rPr lang="en-US" sz="3200" dirty="0"/>
              <a:t>-)</a:t>
            </a:r>
          </a:p>
        </p:txBody>
      </p:sp>
    </p:spTree>
    <p:extLst>
      <p:ext uri="{BB962C8B-B14F-4D97-AF65-F5344CB8AC3E}">
        <p14:creationId xmlns:p14="http://schemas.microsoft.com/office/powerpoint/2010/main" val="423947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B8260E-B92B-4669-C7AC-0823F5D52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6857999"/>
          </a:xfrm>
        </p:spPr>
        <p:txBody>
          <a:bodyPr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King </a:t>
            </a:r>
            <a:r>
              <a:rPr lang="en-U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Igadugang</a:t>
            </a:r>
            <a:r>
              <a:rPr lang="es-E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Kaninyo</a:t>
            </a:r>
            <a:br>
              <a:rPr lang="es-E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s-E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0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Alelu</a:t>
            </a:r>
            <a:r>
              <a:rPr lang="es-E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Aleluya</a:t>
            </a:r>
            <a:endParaRPr lang="en-ID" sz="1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CBDB299-286F-4FD7-92CD-ACEDC5D08C73}"/>
              </a:ext>
            </a:extLst>
          </p:cNvPr>
          <p:cNvSpPr/>
          <p:nvPr/>
        </p:nvSpPr>
        <p:spPr>
          <a:xfrm>
            <a:off x="4467727" y="48122"/>
            <a:ext cx="3064043" cy="6737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(A-le-</a:t>
            </a:r>
            <a:r>
              <a:rPr lang="en-US" sz="3200" dirty="0" err="1"/>
              <a:t>lu</a:t>
            </a:r>
            <a:r>
              <a:rPr lang="en-US" sz="3200" dirty="0"/>
              <a:t>-</a:t>
            </a:r>
            <a:r>
              <a:rPr lang="en-US" sz="3200" dirty="0" err="1"/>
              <a:t>ya</a:t>
            </a:r>
            <a:r>
              <a:rPr lang="en-US" sz="3200" dirty="0"/>
              <a:t>-)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671CD62-1957-4BD9-8BEA-CEBC81139905}"/>
              </a:ext>
            </a:extLst>
          </p:cNvPr>
          <p:cNvSpPr/>
          <p:nvPr/>
        </p:nvSpPr>
        <p:spPr>
          <a:xfrm>
            <a:off x="4467727" y="4037666"/>
            <a:ext cx="3064043" cy="67376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(A-le-</a:t>
            </a:r>
            <a:r>
              <a:rPr lang="en-US" sz="3200" dirty="0" err="1"/>
              <a:t>lu</a:t>
            </a:r>
            <a:r>
              <a:rPr lang="en-US" sz="3200" dirty="0"/>
              <a:t>-</a:t>
            </a:r>
            <a:r>
              <a:rPr lang="en-US" sz="3200" dirty="0" err="1"/>
              <a:t>ya</a:t>
            </a:r>
            <a:r>
              <a:rPr lang="en-US" sz="3200" dirty="0"/>
              <a:t>-)</a:t>
            </a:r>
          </a:p>
        </p:txBody>
      </p:sp>
    </p:spTree>
    <p:extLst>
      <p:ext uri="{BB962C8B-B14F-4D97-AF65-F5344CB8AC3E}">
        <p14:creationId xmlns:p14="http://schemas.microsoft.com/office/powerpoint/2010/main" val="1741657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Pangitaa Ang Gingharian Ug Ang Katarung Sa Dios,</vt:lpstr>
      <vt:lpstr>Ug King Tanan Igadugang Kaninyo Alelu, Aleluya</vt:lpstr>
      <vt:lpstr>Pangitaa Ang Gingharian d Ug Ang Katarung Sa Dios,</vt:lpstr>
      <vt:lpstr>Ug King Tanan Igadugang Kaninyo   Alelu, Aleluya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2025-01-20T04:39:07Z</dcterms:created>
  <dcterms:modified xsi:type="dcterms:W3CDTF">2025-01-20T04:54:22Z</dcterms:modified>
</cp:coreProperties>
</file>