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325" r:id="rId3"/>
    <p:sldId id="326" r:id="rId4"/>
    <p:sldId id="327" r:id="rId5"/>
    <p:sldId id="328" r:id="rId6"/>
    <p:sldId id="38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60BF0-D007-460F-BF20-9BF0E803D277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5CDA7-2137-46DC-A3BF-6A761DA7A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2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Pagdayeg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Alang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Kanimo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6B8260E-B92B-4669-C7AC-0823F5D5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>
            <a:noAutofit/>
          </a:bodyPr>
          <a:lstStyle/>
          <a:p>
            <a:pPr algn="ctr"/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Pagdayeg</a:t>
            </a: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alang</a:t>
            </a: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kanimo</a:t>
            </a: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b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Ginoong</a:t>
            </a: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Jesukristo</a:t>
            </a:r>
            <a:endParaRPr lang="en-ID" sz="11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2274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6B8260E-B92B-4669-C7AC-0823F5D5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>
            <a:noAutofit/>
          </a:bodyPr>
          <a:lstStyle/>
          <a:p>
            <a:pPr algn="ctr"/>
            <a:r>
              <a:rPr lang="en-US" sz="13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Hari </a:t>
            </a:r>
            <a:r>
              <a:rPr lang="en-US" sz="13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</a:t>
            </a:r>
            <a:r>
              <a:rPr lang="en-US" sz="13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himaya</a:t>
            </a:r>
            <a:r>
              <a:rPr lang="en-US" sz="13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nga</a:t>
            </a:r>
            <a:r>
              <a:rPr lang="en-US" sz="13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walay</a:t>
            </a:r>
            <a:r>
              <a:rPr lang="en-US" sz="13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katapusan</a:t>
            </a:r>
            <a:r>
              <a:rPr lang="en-US" sz="13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D" sz="13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575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6B8260E-B92B-4669-C7AC-0823F5D5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>
            <a:noAutofit/>
          </a:bodyPr>
          <a:lstStyle/>
          <a:p>
            <a:pPr algn="ctr"/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Ang</a:t>
            </a: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pulong</a:t>
            </a: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</a:t>
            </a: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 </a:t>
            </a:r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Ginoo</a:t>
            </a: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b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Among </a:t>
            </a:r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kahayag</a:t>
            </a: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ug</a:t>
            </a: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kaluwasan</a:t>
            </a: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D" sz="11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5241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6B8260E-B92B-4669-C7AC-0823F5D5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>
            <a:noAutofit/>
          </a:bodyPr>
          <a:lstStyle/>
          <a:p>
            <a:pPr algn="ctr"/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Pagdayeg</a:t>
            </a: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alang</a:t>
            </a: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kanimo</a:t>
            </a: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b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Ginoong</a:t>
            </a: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Jesukristo</a:t>
            </a:r>
            <a:endParaRPr lang="en-ID" sz="11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4225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6B8260E-B92B-4669-C7AC-0823F5D5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>
            <a:noAutofit/>
          </a:bodyPr>
          <a:lstStyle/>
          <a:p>
            <a:pPr algn="ctr"/>
            <a:r>
              <a:rPr lang="en-US" sz="13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Hari </a:t>
            </a:r>
            <a:r>
              <a:rPr lang="en-US" sz="13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</a:t>
            </a:r>
            <a:r>
              <a:rPr lang="en-US" sz="13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himaya</a:t>
            </a:r>
            <a:r>
              <a:rPr lang="en-US" sz="13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nga</a:t>
            </a:r>
            <a:r>
              <a:rPr lang="en-US" sz="13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walay</a:t>
            </a:r>
            <a:r>
              <a:rPr lang="en-US" sz="13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katapusan</a:t>
            </a:r>
            <a:r>
              <a:rPr lang="en-US" sz="13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D" sz="13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927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43</Words>
  <Application>Microsoft Office PowerPoint</Application>
  <PresentationFormat>Widescreen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Pagdayeg alang kanimo, Ginoong Jesukristo</vt:lpstr>
      <vt:lpstr>Hari sa himaya nga walay katapusan.</vt:lpstr>
      <vt:lpstr>Ang pulong mo O Ginoo, Among kahayag ug kaluwasan.</vt:lpstr>
      <vt:lpstr>Pagdayeg alang kanimo, Ginoong Jesukristo</vt:lpstr>
      <vt:lpstr>Hari sa himaya nga walay katapusan.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5</cp:revision>
  <dcterms:created xsi:type="dcterms:W3CDTF">2025-01-20T04:39:07Z</dcterms:created>
  <dcterms:modified xsi:type="dcterms:W3CDTF">2025-01-20T07:11:47Z</dcterms:modified>
</cp:coreProperties>
</file>