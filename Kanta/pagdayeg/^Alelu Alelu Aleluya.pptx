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381" r:id="rId3"/>
    <p:sldId id="382" r:id="rId4"/>
    <p:sldId id="951" r:id="rId5"/>
    <p:sldId id="95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66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Alelu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Alelu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Aleluya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50744E-36E5-468C-B21F-CFF60E0128CF}"/>
              </a:ext>
            </a:extLst>
          </p:cNvPr>
          <p:cNvSpPr/>
          <p:nvPr/>
        </p:nvSpPr>
        <p:spPr>
          <a:xfrm>
            <a:off x="903882" y="12778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AE5486-8B9C-43E9-B7ED-0722A0108921}"/>
              </a:ext>
            </a:extLst>
          </p:cNvPr>
          <p:cNvSpPr/>
          <p:nvPr/>
        </p:nvSpPr>
        <p:spPr>
          <a:xfrm>
            <a:off x="3940156" y="12661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792227-3B3F-42B5-B1A7-27FE45BC21F0}"/>
              </a:ext>
            </a:extLst>
          </p:cNvPr>
          <p:cNvSpPr/>
          <p:nvPr/>
        </p:nvSpPr>
        <p:spPr>
          <a:xfrm>
            <a:off x="6495790" y="128961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ED864D-5758-43B1-BF36-469FA613C70E}"/>
              </a:ext>
            </a:extLst>
          </p:cNvPr>
          <p:cNvSpPr/>
          <p:nvPr/>
        </p:nvSpPr>
        <p:spPr>
          <a:xfrm>
            <a:off x="10012711" y="13130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FF27F-8C33-4CD6-B990-532B679BBBC7}"/>
              </a:ext>
            </a:extLst>
          </p:cNvPr>
          <p:cNvSpPr/>
          <p:nvPr/>
        </p:nvSpPr>
        <p:spPr>
          <a:xfrm>
            <a:off x="962498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96B39D-8C85-4677-8D73-E8AEFFF957CB}"/>
              </a:ext>
            </a:extLst>
          </p:cNvPr>
          <p:cNvSpPr/>
          <p:nvPr/>
        </p:nvSpPr>
        <p:spPr>
          <a:xfrm>
            <a:off x="3799480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E46D42-400B-4C6B-924F-67556A514429}"/>
              </a:ext>
            </a:extLst>
          </p:cNvPr>
          <p:cNvSpPr/>
          <p:nvPr/>
        </p:nvSpPr>
        <p:spPr>
          <a:xfrm>
            <a:off x="7949466" y="2954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A34ED7-6E86-46E0-955D-F0EEE74F9852}"/>
              </a:ext>
            </a:extLst>
          </p:cNvPr>
          <p:cNvSpPr/>
          <p:nvPr/>
        </p:nvSpPr>
        <p:spPr>
          <a:xfrm>
            <a:off x="10762992" y="30011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D7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2274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Pagdaygon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diyos</a:t>
            </a:r>
            <a:b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-u-u-u-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BE549B-FE67-441C-B411-C318EE5CA6D5}"/>
              </a:ext>
            </a:extLst>
          </p:cNvPr>
          <p:cNvSpPr/>
          <p:nvPr/>
        </p:nvSpPr>
        <p:spPr>
          <a:xfrm>
            <a:off x="5006956" y="1055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E1E9D-B92D-420C-95F5-319FAD751367}"/>
              </a:ext>
            </a:extLst>
          </p:cNvPr>
          <p:cNvSpPr/>
          <p:nvPr/>
        </p:nvSpPr>
        <p:spPr>
          <a:xfrm>
            <a:off x="1126620" y="19461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41BF9-387D-4FDE-AA0A-DF93212F77C7}"/>
              </a:ext>
            </a:extLst>
          </p:cNvPr>
          <p:cNvSpPr/>
          <p:nvPr/>
        </p:nvSpPr>
        <p:spPr>
          <a:xfrm>
            <a:off x="5768952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68BC34-8E48-404F-9829-0B0F926FA984}"/>
              </a:ext>
            </a:extLst>
          </p:cNvPr>
          <p:cNvSpPr/>
          <p:nvPr/>
        </p:nvSpPr>
        <p:spPr>
          <a:xfrm>
            <a:off x="10362045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2309E7-C9E3-49A7-9421-9390819CAF64}"/>
              </a:ext>
            </a:extLst>
          </p:cNvPr>
          <p:cNvSpPr/>
          <p:nvPr/>
        </p:nvSpPr>
        <p:spPr>
          <a:xfrm>
            <a:off x="704592" y="38452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554F18-06C2-4CFA-A09E-43163C32A1B6}"/>
              </a:ext>
            </a:extLst>
          </p:cNvPr>
          <p:cNvSpPr/>
          <p:nvPr/>
        </p:nvSpPr>
        <p:spPr>
          <a:xfrm>
            <a:off x="6179266" y="40914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C0BDC2-9014-40A0-94C5-AA0AAC27F84F}"/>
              </a:ext>
            </a:extLst>
          </p:cNvPr>
          <p:cNvSpPr/>
          <p:nvPr/>
        </p:nvSpPr>
        <p:spPr>
          <a:xfrm>
            <a:off x="10399575" y="39507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85133-230B-49A6-8276-0A66EB5CAFEA}"/>
              </a:ext>
            </a:extLst>
          </p:cNvPr>
          <p:cNvSpPr/>
          <p:nvPr/>
        </p:nvSpPr>
        <p:spPr>
          <a:xfrm>
            <a:off x="11044341" y="396248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75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b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Aleluya</a:t>
            </a:r>
            <a:endParaRPr lang="en-ID" sz="11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50744E-36E5-468C-B21F-CFF60E0128CF}"/>
              </a:ext>
            </a:extLst>
          </p:cNvPr>
          <p:cNvSpPr/>
          <p:nvPr/>
        </p:nvSpPr>
        <p:spPr>
          <a:xfrm>
            <a:off x="903882" y="12778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AE5486-8B9C-43E9-B7ED-0722A0108921}"/>
              </a:ext>
            </a:extLst>
          </p:cNvPr>
          <p:cNvSpPr/>
          <p:nvPr/>
        </p:nvSpPr>
        <p:spPr>
          <a:xfrm>
            <a:off x="3940156" y="12661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792227-3B3F-42B5-B1A7-27FE45BC21F0}"/>
              </a:ext>
            </a:extLst>
          </p:cNvPr>
          <p:cNvSpPr/>
          <p:nvPr/>
        </p:nvSpPr>
        <p:spPr>
          <a:xfrm>
            <a:off x="6495790" y="128961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ED864D-5758-43B1-BF36-469FA613C70E}"/>
              </a:ext>
            </a:extLst>
          </p:cNvPr>
          <p:cNvSpPr/>
          <p:nvPr/>
        </p:nvSpPr>
        <p:spPr>
          <a:xfrm>
            <a:off x="10012711" y="13130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FF27F-8C33-4CD6-B990-532B679BBBC7}"/>
              </a:ext>
            </a:extLst>
          </p:cNvPr>
          <p:cNvSpPr/>
          <p:nvPr/>
        </p:nvSpPr>
        <p:spPr>
          <a:xfrm>
            <a:off x="962498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96B39D-8C85-4677-8D73-E8AEFFF957CB}"/>
              </a:ext>
            </a:extLst>
          </p:cNvPr>
          <p:cNvSpPr/>
          <p:nvPr/>
        </p:nvSpPr>
        <p:spPr>
          <a:xfrm>
            <a:off x="3799480" y="293084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E46D42-400B-4C6B-924F-67556A514429}"/>
              </a:ext>
            </a:extLst>
          </p:cNvPr>
          <p:cNvSpPr/>
          <p:nvPr/>
        </p:nvSpPr>
        <p:spPr>
          <a:xfrm>
            <a:off x="7949466" y="2954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A34ED7-6E86-46E0-955D-F0EEE74F9852}"/>
              </a:ext>
            </a:extLst>
          </p:cNvPr>
          <p:cNvSpPr/>
          <p:nvPr/>
        </p:nvSpPr>
        <p:spPr>
          <a:xfrm>
            <a:off x="10762992" y="30011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D7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388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Pagdaygon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diyos</a:t>
            </a:r>
            <a:b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alelu</a:t>
            </a:r>
            <a:r>
              <a:rPr lang="en-US" sz="13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-u-u-u-</a:t>
            </a:r>
            <a:r>
              <a:rPr lang="en-US" sz="13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endParaRPr lang="en-ID" sz="13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BE549B-FE67-441C-B411-C318EE5CA6D5}"/>
              </a:ext>
            </a:extLst>
          </p:cNvPr>
          <p:cNvSpPr/>
          <p:nvPr/>
        </p:nvSpPr>
        <p:spPr>
          <a:xfrm>
            <a:off x="5006956" y="1055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E1E9D-B92D-420C-95F5-319FAD751367}"/>
              </a:ext>
            </a:extLst>
          </p:cNvPr>
          <p:cNvSpPr/>
          <p:nvPr/>
        </p:nvSpPr>
        <p:spPr>
          <a:xfrm>
            <a:off x="1126620" y="19461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41BF9-387D-4FDE-AA0A-DF93212F77C7}"/>
              </a:ext>
            </a:extLst>
          </p:cNvPr>
          <p:cNvSpPr/>
          <p:nvPr/>
        </p:nvSpPr>
        <p:spPr>
          <a:xfrm>
            <a:off x="5768952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68BC34-8E48-404F-9829-0B0F926FA984}"/>
              </a:ext>
            </a:extLst>
          </p:cNvPr>
          <p:cNvSpPr/>
          <p:nvPr/>
        </p:nvSpPr>
        <p:spPr>
          <a:xfrm>
            <a:off x="10362045" y="1969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2309E7-C9E3-49A7-9421-9390819CAF64}"/>
              </a:ext>
            </a:extLst>
          </p:cNvPr>
          <p:cNvSpPr/>
          <p:nvPr/>
        </p:nvSpPr>
        <p:spPr>
          <a:xfrm>
            <a:off x="704592" y="38452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554F18-06C2-4CFA-A09E-43163C32A1B6}"/>
              </a:ext>
            </a:extLst>
          </p:cNvPr>
          <p:cNvSpPr/>
          <p:nvPr/>
        </p:nvSpPr>
        <p:spPr>
          <a:xfrm>
            <a:off x="6179266" y="40914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C0BDC2-9014-40A0-94C5-AA0AAC27F84F}"/>
              </a:ext>
            </a:extLst>
          </p:cNvPr>
          <p:cNvSpPr/>
          <p:nvPr/>
        </p:nvSpPr>
        <p:spPr>
          <a:xfrm>
            <a:off x="10399575" y="39507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B85133-230B-49A6-8276-0A66EB5CAFEA}"/>
              </a:ext>
            </a:extLst>
          </p:cNvPr>
          <p:cNvSpPr/>
          <p:nvPr/>
        </p:nvSpPr>
        <p:spPr>
          <a:xfrm>
            <a:off x="11044341" y="396248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485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63</Words>
  <Application>Microsoft Office PowerPoint</Application>
  <PresentationFormat>Widescreen</PresentationFormat>
  <Paragraphs>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Alelu Alelu Aleluya Alelu Alelu Aleluya</vt:lpstr>
      <vt:lpstr>Pagdaygon Ang diyos alelu-u-u-u-ya</vt:lpstr>
      <vt:lpstr>Alelu Alelu Aleluya Alelu Alelu Aleluya</vt:lpstr>
      <vt:lpstr>Pagdaygon Ang diyos alelu-u-u-u-ya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6</cp:revision>
  <dcterms:created xsi:type="dcterms:W3CDTF">2025-01-20T04:39:07Z</dcterms:created>
  <dcterms:modified xsi:type="dcterms:W3CDTF">2026-01-05T06:29:08Z</dcterms:modified>
</cp:coreProperties>
</file>