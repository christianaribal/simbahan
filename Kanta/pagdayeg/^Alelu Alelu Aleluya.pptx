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381" r:id="rId3"/>
    <p:sldId id="382" r:id="rId4"/>
    <p:sldId id="702" r:id="rId5"/>
    <p:sldId id="70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Aleluya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Alelu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Alelu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Aleluya</a:t>
            </a:r>
            <a:b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Alelu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Alelu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Aleluya</a:t>
            </a:r>
            <a:endParaRPr lang="en-ID" sz="1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274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Pagdaygon</a:t>
            </a:r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Ang </a:t>
            </a: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diyos</a:t>
            </a:r>
            <a:b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alelu</a:t>
            </a:r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-u-u-u-</a:t>
            </a: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endParaRPr lang="en-ID" sz="13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75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Alelu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Alelu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Aleluya</a:t>
            </a:r>
            <a:b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Alelu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Alelu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Aleluya</a:t>
            </a:r>
            <a:endParaRPr lang="en-ID" sz="1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970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Pagdaygon</a:t>
            </a:r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Ang </a:t>
            </a: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diyos</a:t>
            </a:r>
            <a:b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alelu</a:t>
            </a:r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-u-u-u-</a:t>
            </a: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endParaRPr lang="en-ID" sz="13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419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27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Alelu Alelu Aleluya Alelu Alelu Aleluya</vt:lpstr>
      <vt:lpstr>Pagdaygon Ang diyos alelu-u-u-u-ya</vt:lpstr>
      <vt:lpstr>Alelu Alelu Aleluya Alelu Alelu Aleluya</vt:lpstr>
      <vt:lpstr>Pagdaygon Ang diyos alelu-u-u-u-ya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5</cp:revision>
  <dcterms:created xsi:type="dcterms:W3CDTF">2025-01-20T04:39:07Z</dcterms:created>
  <dcterms:modified xsi:type="dcterms:W3CDTF">2025-02-15T11:54:10Z</dcterms:modified>
</cp:coreProperties>
</file>