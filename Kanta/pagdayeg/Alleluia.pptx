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509" r:id="rId3"/>
    <p:sldId id="510" r:id="rId4"/>
    <p:sldId id="51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</a:t>
            </a:r>
            <a:endParaRPr lang="it-IT" sz="4000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it-IT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 Alleluia Alle-luia Alle-luia Alle-luia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9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Dayga Ang Ginoo O Jerusalem Nagpadala Siya Sa Iyang Pulong</a:t>
            </a:r>
            <a:br>
              <a:rPr lang="pl-PL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 Sa Yuta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6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7B75-9375-4F99-FA27-8DA8C38C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843824-1B87-E576-AAC4-8C561AD5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it-IT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Alleluia Alleluia Alle-luia Alle-luia Alle-luia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30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Alleluia Alleluia Alle-luia Alle-luia Alle-luia</vt:lpstr>
      <vt:lpstr>Dayga Ang Ginoo O Jerusalem Nagpadala Siya Sa Iyang Pulong Dinhi Sa Yuta</vt:lpstr>
      <vt:lpstr>Alleluia Alleluia Alle-luia Alle-luia Alle-luia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2025-02-15T12:09:15Z</dcterms:modified>
</cp:coreProperties>
</file>