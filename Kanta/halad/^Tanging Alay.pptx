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4" r:id="rId3"/>
    <p:sldId id="501" r:id="rId4"/>
    <p:sldId id="502" r:id="rId5"/>
    <p:sldId id="503" r:id="rId6"/>
    <p:sldId id="428" r:id="rId7"/>
    <p:sldId id="451" r:id="rId8"/>
    <p:sldId id="452" r:id="rId9"/>
    <p:sldId id="457" r:id="rId10"/>
    <p:sldId id="458" r:id="rId11"/>
    <p:sldId id="50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29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Tanging 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Alay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Salamat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Iyo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Panginoong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Hesus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Ako'y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Inibig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Inangking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Lubos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Tanging Alay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'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Buhay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Kalul'wa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'Dina Makayanang Makipagkaloob</a:t>
            </a:r>
            <a:b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Mamahaling Hiyas, Ni Gintong Nilukob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454" y="115167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Dalangin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Oh,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Ay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Tanggapin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Tanging Alay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Nawa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Ay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Gamitin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85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nn-NO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Ito Lamang Ama, Wala Nang Iba Pa Aking Hinihiling, </a:t>
            </a:r>
            <a:br>
              <a:rPr lang="nn-NO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nn-NO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'Di Ko Akalain(</a:t>
            </a:r>
            <a:r>
              <a:rPr lang="nn-NO" sz="7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Akalain</a:t>
            </a:r>
            <a:r>
              <a:rPr lang="nn-NO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538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Ay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Binigyang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Pansin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Tulad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Ko'y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7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Tulad</a:t>
            </a:r>
            <a:r>
              <a:rPr lang="en-US" sz="7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Ko’y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'Di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Mahalin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445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Tanging Alay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'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Buhay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Puso’t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Kalul'wa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013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'Dina Makayanang Makipagkaloob</a:t>
            </a:r>
            <a:b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Mamahaling Hiyas, Ni Gintong Nilukob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137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454" y="115167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Dalangin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Oh,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Ay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Tanggapin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Tanging Alay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Nawa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Ay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Gamitin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445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29454" y="115167"/>
                <a:ext cx="11858625" cy="6557963"/>
              </a:xfrm>
            </p:spPr>
            <p:txBody>
              <a:bodyPr anchor="ctr">
                <a:noAutofit/>
              </a:bodyPr>
              <a:lstStyle/>
              <a:p>
                <a:pPr algn="ctr"/>
                <a:r>
                  <a:rPr lang="sv-SE" sz="10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(Ito Lamang, Ama, Wala Nang Iba Pa Aking Hinihiling)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10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0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0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29454" y="115167"/>
                <a:ext cx="11858625" cy="6557963"/>
              </a:xfrm>
              <a:blipFill>
                <a:blip r:embed="rId2"/>
                <a:stretch>
                  <a:fillRect l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3673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160</Words>
  <Application>Microsoft Office PowerPoint</Application>
  <PresentationFormat>Widescreen</PresentationFormat>
  <Paragraphs>13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Salamat Sa Iyo Aking Panginoong Hesus Ako'y Inibig Mo At Inangking Lubos</vt:lpstr>
      <vt:lpstr>Ang Tanging Alay Ko Sa 'Yo, Aking Ama Ay Buong Buhay Ko, Puso At Kalul'wa</vt:lpstr>
      <vt:lpstr>'Dina Makayanang Makipagkaloob Mamahaling Hiyas, Ni Gintong Nilukob</vt:lpstr>
      <vt:lpstr>Ang Aking Dalangin, Oh, Diyos, Ay Tanggapin Tanging Alay Ko, Nawa Ay Gamitin</vt:lpstr>
      <vt:lpstr>Ito Lamang Ama, Wala Nang Iba Pa Aking Hinihiling,  'Di Ko Akalain(Akalain)</vt:lpstr>
      <vt:lpstr>Ako Ay Binigyang Pansin, Ang Taong Tulad Ko'y(Tulad Ko’y) 'Di Dapat Mahalin</vt:lpstr>
      <vt:lpstr>Ang Tanging Alay Ko Sa 'Yo, Aking Ama Ay Buong Buhay Ko, Puso’t Kalul'wa</vt:lpstr>
      <vt:lpstr>'Dina Makayanang Makipagkaloob Mamahaling Hiyas, Ni Gintong Nilukob</vt:lpstr>
      <vt:lpstr>Ang Aking Dalangin, Oh, Diyos, Ay Tanggapin Tanging Alay Ko, Nawa Ay Gamitin</vt:lpstr>
      <vt:lpstr>(Ito Lamang, Ama, Wala Nang Iba Pa Aking Hinihiling)X^2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2025-01-20T04:39:07Z</dcterms:created>
  <dcterms:modified xsi:type="dcterms:W3CDTF">2025-02-09T01:05:53Z</dcterms:modified>
</cp:coreProperties>
</file>