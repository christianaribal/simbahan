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84" r:id="rId3"/>
    <p:sldId id="501" r:id="rId4"/>
    <p:sldId id="502" r:id="rId5"/>
    <p:sldId id="50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60BF0-D007-460F-BF20-9BF0E803D277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5CDA7-2137-46DC-A3BF-6A761DA7AC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2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BE476-709A-4DF5-AD86-25EC44A13D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28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Dawata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Datawang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Halad</a:t>
            </a:r>
            <a:b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Gikan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Pagsakripisyo</a:t>
            </a:r>
            <a:b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Bunga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endParaRPr lang="en-US" sz="10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5143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37161" y="152401"/>
            <a:ext cx="11858625" cy="6557963"/>
          </a:xfrm>
        </p:spPr>
        <p:txBody>
          <a:bodyPr anchor="ctr" anchorCtr="0">
            <a:noAutofit/>
          </a:bodyPr>
          <a:lstStyle/>
          <a:p>
            <a:pPr algn="ctr"/>
            <a:r>
              <a:rPr lang="en-US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Among </a:t>
            </a:r>
            <a:r>
              <a:rPr lang="en-US" sz="11733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Nadawat</a:t>
            </a:r>
            <a:r>
              <a:rPr lang="en-US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733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Gikan</a:t>
            </a:r>
            <a:r>
              <a:rPr lang="en-US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Among, </a:t>
            </a:r>
            <a:r>
              <a:rPr lang="en-US" sz="11733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Isigkatawo</a:t>
            </a:r>
            <a:endParaRPr lang="en-US" sz="11733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428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Ginoo</a:t>
            </a:r>
            <a:b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Among Dios</a:t>
            </a:r>
            <a:b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Kahimut-i, </a:t>
            </a:r>
            <a:endParaRPr lang="en-US" sz="11733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56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9454" y="115167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Among Gasa</a:t>
            </a:r>
            <a:b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Dawata Ang Grasya</a:t>
            </a:r>
            <a:b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Gikan Saimong Gugma</a:t>
            </a:r>
            <a:endParaRPr lang="en-US" sz="10666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859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45</Words>
  <Application>Microsoft Office PowerPoint</Application>
  <PresentationFormat>Widescreen</PresentationFormat>
  <Paragraphs>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Ginoo Datawang Mga Halad Gikan Sa Imong Pagsakripisyo Bunga Sa Gugma</vt:lpstr>
      <vt:lpstr>Nga Among Nadawat  Gikan Sa Among, Isigkatawo</vt:lpstr>
      <vt:lpstr>O Ginoo Nga Among Dios Kahimut-i, </vt:lpstr>
      <vt:lpstr>Ang Among Gasa Dawata Ang Grasya Gikan Saimong Gugma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Dood</cp:lastModifiedBy>
  <cp:revision>9</cp:revision>
  <dcterms:created xsi:type="dcterms:W3CDTF">2025-01-20T04:39:07Z</dcterms:created>
  <dcterms:modified xsi:type="dcterms:W3CDTF">2026-02-18T10:08:15Z</dcterms:modified>
</cp:coreProperties>
</file>