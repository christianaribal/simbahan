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4" r:id="rId3"/>
    <p:sldId id="501" r:id="rId4"/>
    <p:sldId id="502" r:id="rId5"/>
    <p:sldId id="5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Pagsakripisyo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Among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Nadawat</a:t>
            </a: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</a:t>
            </a: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Among,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Isigkatawo</a:t>
            </a:r>
            <a:endParaRPr lang="en-US" sz="117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Ginoo</a:t>
            </a:r>
            <a:b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Among Dios</a:t>
            </a:r>
            <a:b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Kahimut-i, </a:t>
            </a:r>
            <a:r>
              <a:rPr lang="sv-SE" sz="1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Gasa</a:t>
            </a:r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7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4" y="11516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 Ang Grasya</a:t>
            </a:r>
            <a:b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 Saimong Gugma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</Words>
  <Application>Microsoft Office PowerPoint</Application>
  <PresentationFormat>Widescreen</PresentationFormat>
  <Paragraphs>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Ginoo Dawatang Mga Halad Gikan Sa Among Pagsakripisyo Bunga Sa Gugma</vt:lpstr>
      <vt:lpstr>Nga Among Nadawat  Gikan Sa Among, Isigkatawo</vt:lpstr>
      <vt:lpstr>O Ginoo Nga Among Dios Kahimut-i, Ang Among Gasa </vt:lpstr>
      <vt:lpstr>Dawata Ang Grasya Gikan Saimong Gugma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13</cp:revision>
  <dcterms:created xsi:type="dcterms:W3CDTF">2025-01-20T04:39:07Z</dcterms:created>
  <dcterms:modified xsi:type="dcterms:W3CDTF">2026-03-08T01:16:34Z</dcterms:modified>
</cp:coreProperties>
</file>