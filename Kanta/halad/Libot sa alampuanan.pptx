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Libot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alampo-anan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Labing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Mahal Ug Ma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Anyag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Malumo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Inahan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Labing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Putli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Labinh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Hingpit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Rayna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Kalangitan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Dungga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Kami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Inahan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Dungga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Kami</a:t>
            </a:r>
          </a:p>
        </p:txBody>
      </p:sp>
    </p:spTree>
    <p:extLst>
      <p:ext uri="{BB962C8B-B14F-4D97-AF65-F5344CB8AC3E}">
        <p14:creationId xmlns:p14="http://schemas.microsoft.com/office/powerpoint/2010/main" val="4052773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Kanunay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Pamatia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Tabangan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 Kami</a:t>
            </a:r>
          </a:p>
        </p:txBody>
      </p:sp>
    </p:spTree>
    <p:extLst>
      <p:ext uri="{BB962C8B-B14F-4D97-AF65-F5344CB8AC3E}">
        <p14:creationId xmlns:p14="http://schemas.microsoft.com/office/powerpoint/2010/main" val="1440293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Libot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Alampuanan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Diosnon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Anak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Ubani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Kami Maria</a:t>
            </a:r>
          </a:p>
        </p:txBody>
      </p:sp>
    </p:spTree>
    <p:extLst>
      <p:ext uri="{BB962C8B-B14F-4D97-AF65-F5344CB8AC3E}">
        <p14:creationId xmlns:p14="http://schemas.microsoft.com/office/powerpoint/2010/main" val="214598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Maloloy-ong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Inahan</a:t>
            </a:r>
            <a:b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Tanang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Kabudlay</a:t>
            </a:r>
            <a:b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Kasakit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Kalipay</a:t>
            </a:r>
            <a:endParaRPr lang="en-US" sz="1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74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Among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Ihalad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Ngadto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Amahan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95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67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Labing Mahal Ug Ma Anyag Malumo Nga Inahan Labing Putli Labinh Hingpit</vt:lpstr>
      <vt:lpstr>Rayna Sa Kalangitan Maria Dungga Kami Inahan Dungga Kami</vt:lpstr>
      <vt:lpstr>Sa Kanunay Pamatia Ug Tabangan Mo Kami</vt:lpstr>
      <vt:lpstr>Libot Sa Alampuanan Sa Diosnon Mong Anak Ubani Kami Maria</vt:lpstr>
      <vt:lpstr>Maloloy-ong Inahan Tanang Mga Kabudlay Kasakit Ug Kalipay</vt:lpstr>
      <vt:lpstr>Ang Tanan Among Ihalad Ngadto Sa Atong Amahan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10</cp:revision>
  <dcterms:created xsi:type="dcterms:W3CDTF">2025-01-20T04:39:07Z</dcterms:created>
  <dcterms:modified xsi:type="dcterms:W3CDTF">2025-05-04T01:19:30Z</dcterms:modified>
</cp:coreProperties>
</file>