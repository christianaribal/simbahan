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84" r:id="rId3"/>
    <p:sldId id="501" r:id="rId4"/>
    <p:sldId id="558" r:id="rId5"/>
    <p:sldId id="502" r:id="rId6"/>
    <p:sldId id="534" r:id="rId7"/>
    <p:sldId id="535" r:id="rId8"/>
    <p:sldId id="559" r:id="rId9"/>
    <p:sldId id="560" r:id="rId10"/>
    <p:sldId id="561" r:id="rId11"/>
    <p:sldId id="562" r:id="rId12"/>
    <p:sldId id="5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-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81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Salamat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Kanimo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5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Salamat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Kanimo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Among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Jesus,</a:t>
            </a:r>
            <a:b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Gihigugma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 Ako,</a:t>
            </a:r>
            <a:b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Gi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Angkong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Anak</a:t>
            </a:r>
          </a:p>
        </p:txBody>
      </p:sp>
    </p:spTree>
    <p:extLst>
      <p:ext uri="{BB962C8B-B14F-4D97-AF65-F5344CB8AC3E}">
        <p14:creationId xmlns:p14="http://schemas.microsoft.com/office/powerpoint/2010/main" val="2665143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7161" y="152401"/>
            <a:ext cx="11858625" cy="6557963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Bugtong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Halad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Ko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Kanimo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Amahan</a:t>
            </a:r>
            <a:b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Kinabuhi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Ko Kalag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Kasing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Kasing</a:t>
            </a:r>
            <a:endParaRPr lang="en-US" sz="9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428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2188487-C858-4B4D-8964-9023F4FD7CF1}"/>
              </a:ext>
            </a:extLst>
          </p:cNvPr>
          <p:cNvSpPr txBox="1">
            <a:spLocks/>
          </p:cNvSpPr>
          <p:nvPr/>
        </p:nvSpPr>
        <p:spPr>
          <a:xfrm>
            <a:off x="137161" y="152401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Dili Maka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Tumbas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Mga Bahandi</a:t>
            </a:r>
          </a:p>
          <a:p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Tinumping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Bulawan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Naga Gilak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Gilak</a:t>
            </a:r>
            <a:endParaRPr lang="en-US" sz="9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598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0131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s-E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s-E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 Ampo </a:t>
            </a:r>
            <a:r>
              <a:rPr lang="es-E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</a:t>
            </a:r>
            <a:r>
              <a:rPr lang="es-E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Dios </a:t>
            </a:r>
            <a:r>
              <a:rPr lang="es-E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Dawaton</a:t>
            </a:r>
            <a:r>
              <a:rPr lang="es-E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 </a:t>
            </a:r>
            <a:br>
              <a:rPr lang="es-E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s-E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Kinabuhi</a:t>
            </a:r>
            <a:r>
              <a:rPr lang="es-E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</a:t>
            </a:r>
            <a:r>
              <a:rPr lang="es-E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Unta </a:t>
            </a:r>
            <a:r>
              <a:rPr lang="es-ES" sz="106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Dawaton</a:t>
            </a:r>
            <a:r>
              <a:rPr lang="es-E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  <a:endParaRPr lang="en-US" sz="106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561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7161" y="152401"/>
            <a:ext cx="11858625" cy="6557963"/>
          </a:xfrm>
        </p:spPr>
        <p:txBody>
          <a:bodyPr anchor="ctr" anchorCtr="0">
            <a:noAutofit/>
          </a:bodyPr>
          <a:lstStyle/>
          <a:p>
            <a:pPr algn="ctr"/>
            <a:r>
              <a:rPr lang="pl-PL" sz="10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Kami Lamang O Dios Ug Wa Nay Lain</a:t>
            </a:r>
            <a:br>
              <a:rPr lang="pl-PL" sz="10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0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Pang Akong Pangayuon.</a:t>
            </a:r>
            <a:endParaRPr lang="en-US" sz="10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706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0131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fi-FI" sz="1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Salamat Kanimo, Oh, Oh, Oh</a:t>
            </a:r>
            <a:br>
              <a:rPr lang="fi-FI" sz="1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Among Ginoo, Nga Jesus</a:t>
            </a:r>
            <a:endParaRPr lang="en-US" sz="1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692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7315A-C10A-8EF4-1A66-90C5BE5B2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66C5368-D86F-1B37-632C-55DB2A24E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64" y="10131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fi-FI" sz="10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Tawong Sama Kananko, Oh, Oh, Oh</a:t>
            </a:r>
            <a:br>
              <a:rPr lang="fi-FI" sz="10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0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 Angay Mahalon</a:t>
            </a:r>
            <a:endParaRPr lang="en-US" sz="10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456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195E6-507E-9E07-87CB-EF704B60C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689BE70-F755-10DA-F5C3-05AB3717A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64" y="10131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fi-FI" sz="10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Bugtong Halad Ko Kanimo Amahan</a:t>
            </a:r>
            <a:br>
              <a:rPr lang="fi-FI" sz="10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0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Kinabuhi Ko Kalag Kasing Kasing</a:t>
            </a:r>
            <a:endParaRPr lang="en-US" sz="10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008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40531-FB2A-0D10-1027-BCD755722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852B74A-CEE1-2630-3C76-9B9160B13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64" y="10131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fi-FI" sz="10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Dili Maka Tumbas Sa Mga Bahandi</a:t>
            </a:r>
            <a:br>
              <a:rPr lang="fi-FI" sz="10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0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Tinumping Bulawan Naga Gilak Gilak</a:t>
            </a:r>
            <a:endParaRPr lang="en-US" sz="10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681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8D6F7-B7F3-AD99-BB31-32EBAF5FC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9B9973A-D3A8-C65D-4038-E5E623E02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64" y="10131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s-ES" sz="10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s-ES" sz="10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 Ampo </a:t>
            </a:r>
            <a:r>
              <a:rPr lang="es-ES" sz="10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</a:t>
            </a:r>
            <a:r>
              <a:rPr lang="es-ES" sz="10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Dios </a:t>
            </a:r>
            <a:r>
              <a:rPr lang="es-ES" sz="10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Dawaton</a:t>
            </a:r>
            <a:r>
              <a:rPr lang="es-ES" sz="10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 </a:t>
            </a:r>
            <a:br>
              <a:rPr lang="es-ES" sz="10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10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s-ES" sz="10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Kinabuhi</a:t>
            </a:r>
            <a:r>
              <a:rPr lang="es-ES" sz="10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0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</a:t>
            </a:r>
            <a:r>
              <a:rPr lang="es-ES" sz="10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Unta </a:t>
            </a:r>
            <a:r>
              <a:rPr lang="es-ES" sz="10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Dawaton</a:t>
            </a:r>
            <a:r>
              <a:rPr lang="es-ES" sz="10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  <a:endParaRPr lang="en-US" sz="10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715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3214E-35A6-D8A0-B067-71B32E548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0C17F5F-3405-A7BD-E05A-BCD8FF5A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64" y="10131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fi-FI" sz="10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Kami Lamang O Dios Ug Wa Nay Lain</a:t>
            </a:r>
            <a:br>
              <a:rPr lang="fi-FI" sz="10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0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Pang Akong Pangayuon.</a:t>
            </a:r>
            <a:endParaRPr lang="en-US" sz="10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894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154</Words>
  <Application>Microsoft Office PowerPoint</Application>
  <PresentationFormat>Widescreen</PresentationFormat>
  <Paragraphs>15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Salamat Kanimo Among Ginoo Nga Jesus, Gihigugma Mo Ako, Ug Gi Angkong Anak</vt:lpstr>
      <vt:lpstr>Ang Bugtong Halad Ko Kanimo Amahan Ang Kinabuhi Ko Kalag Kasing Kasing</vt:lpstr>
      <vt:lpstr>PowerPoint Presentation</vt:lpstr>
      <vt:lpstr>Mga Pag Ampo Ko O Dios Dawaton Mo  Ang Kinabuhi Ko Unta Dawaton Mo</vt:lpstr>
      <vt:lpstr>Kami Lamang O Dios Ug Wa Nay Lain Pang Akong Pangayuon.</vt:lpstr>
      <vt:lpstr>Salamat Kanimo, Oh, Oh, Oh Among Ginoo, Nga Jesus</vt:lpstr>
      <vt:lpstr>Ang Tawong Sama Kananko, Oh, Oh, Oh Di Angay Mahalon</vt:lpstr>
      <vt:lpstr>Ang Bugtong Halad Ko Kanimo Amahan Ang Kinabuhi Ko Kalag Kasing Kasing</vt:lpstr>
      <vt:lpstr>Dili Maka Tumbas Sa Mga Bahandi Tinumping Bulawan Naga Gilak Gilak</vt:lpstr>
      <vt:lpstr>Mga Pag Ampo Ko O Dios Dawaton Mo  Ang Kinabuhi Ko Unta Dawaton Mo</vt:lpstr>
      <vt:lpstr>Kami Lamang O Dios Ug Wa Nay Lain Pang Akong Pangayuon.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Dood</cp:lastModifiedBy>
  <cp:revision>9</cp:revision>
  <dcterms:created xsi:type="dcterms:W3CDTF">2025-01-20T04:39:07Z</dcterms:created>
  <dcterms:modified xsi:type="dcterms:W3CDTF">2025-08-09T12:25:39Z</dcterms:modified>
</cp:coreProperties>
</file>