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4" r:id="rId3"/>
    <p:sldId id="285" r:id="rId4"/>
    <p:sldId id="286" r:id="rId5"/>
    <p:sldId id="287" r:id="rId6"/>
    <p:sldId id="288" r:id="rId7"/>
    <p:sldId id="379" r:id="rId8"/>
    <p:sldId id="383" r:id="rId9"/>
    <p:sldId id="384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 I Offer My Life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That I Am, All That I Have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Lay Them Down Before You, Oh, Lord</a:t>
            </a: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My Regrets, All My Acclaims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Joy And The Pain, I'm Making Them Yours</a:t>
            </a: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01310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 In The Past, Things Yet Unseen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Wishes And Dreams That Are Yet To Come True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3" y="115166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Of My Hopes, All Of My Plans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Heart And My Hands Are Lifted To You</a:t>
            </a: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My Life To You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I've Been Through</a:t>
            </a:r>
          </a:p>
        </p:txBody>
      </p:sp>
    </p:spTree>
    <p:extLst>
      <p:ext uri="{BB962C8B-B14F-4D97-AF65-F5344CB8AC3E}">
        <p14:creationId xmlns:p14="http://schemas.microsoft.com/office/powerpoint/2010/main" val="379456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It For Your Glory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And, Lord, I Offer My Days To You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Lifting My Praise To You</a:t>
            </a:r>
          </a:p>
        </p:txBody>
      </p:sp>
    </p:spTree>
    <p:extLst>
      <p:ext uri="{BB962C8B-B14F-4D97-AF65-F5344CB8AC3E}">
        <p14:creationId xmlns:p14="http://schemas.microsoft.com/office/powerpoint/2010/main" val="270952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Pleasing Sacrifice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You My Life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That I Am, </a:t>
            </a:r>
          </a:p>
        </p:txBody>
      </p:sp>
    </p:spTree>
    <p:extLst>
      <p:ext uri="{BB962C8B-B14F-4D97-AF65-F5344CB8AC3E}">
        <p14:creationId xmlns:p14="http://schemas.microsoft.com/office/powerpoint/2010/main" val="267428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That I Have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Lay Them Down Before You, Oh, Lord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My Regrets, All My Acclaims</a:t>
            </a:r>
          </a:p>
        </p:txBody>
      </p:sp>
    </p:spTree>
    <p:extLst>
      <p:ext uri="{BB962C8B-B14F-4D97-AF65-F5344CB8AC3E}">
        <p14:creationId xmlns:p14="http://schemas.microsoft.com/office/powerpoint/2010/main" val="2875383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Joy And The Pain, I'm Making Them Yours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 In The Past, Things Yet Unseen</a:t>
            </a:r>
          </a:p>
        </p:txBody>
      </p:sp>
    </p:spTree>
    <p:extLst>
      <p:ext uri="{BB962C8B-B14F-4D97-AF65-F5344CB8AC3E}">
        <p14:creationId xmlns:p14="http://schemas.microsoft.com/office/powerpoint/2010/main" val="2150270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Wishes And Dreams That Are Yet To Come True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Of My Hopes, All Of My Plans</a:t>
            </a:r>
          </a:p>
        </p:txBody>
      </p:sp>
    </p:spTree>
    <p:extLst>
      <p:ext uri="{BB962C8B-B14F-4D97-AF65-F5344CB8AC3E}">
        <p14:creationId xmlns:p14="http://schemas.microsoft.com/office/powerpoint/2010/main" val="72847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Heart And My Hands Are Lifted To You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My Life To You</a:t>
            </a:r>
          </a:p>
        </p:txBody>
      </p:sp>
    </p:spTree>
    <p:extLst>
      <p:ext uri="{BB962C8B-B14F-4D97-AF65-F5344CB8AC3E}">
        <p14:creationId xmlns:p14="http://schemas.microsoft.com/office/powerpoint/2010/main" val="390298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I've Been Through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It For Your Glory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My Days To You</a:t>
            </a:r>
          </a:p>
        </p:txBody>
      </p:sp>
    </p:spTree>
    <p:extLst>
      <p:ext uri="{BB962C8B-B14F-4D97-AF65-F5344CB8AC3E}">
        <p14:creationId xmlns:p14="http://schemas.microsoft.com/office/powerpoint/2010/main" val="1592984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Lifting My Praise To You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Pleasing Sacrifice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You My-</a:t>
            </a:r>
          </a:p>
        </p:txBody>
      </p:sp>
    </p:spTree>
    <p:extLst>
      <p:ext uri="{BB962C8B-B14F-4D97-AF65-F5344CB8AC3E}">
        <p14:creationId xmlns:p14="http://schemas.microsoft.com/office/powerpoint/2010/main" val="918626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my life to You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I've been through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it for Your glory</a:t>
            </a:r>
          </a:p>
        </p:txBody>
      </p:sp>
    </p:spTree>
    <p:extLst>
      <p:ext uri="{BB962C8B-B14F-4D97-AF65-F5344CB8AC3E}">
        <p14:creationId xmlns:p14="http://schemas.microsoft.com/office/powerpoint/2010/main" val="3061404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My Days To You</a:t>
            </a:r>
            <a:br>
              <a:rPr lang="en-US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Lifting My Praise To You</a:t>
            </a:r>
            <a:br>
              <a:rPr lang="en-US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Pleasing Sacrifice</a:t>
            </a:r>
          </a:p>
        </p:txBody>
      </p:sp>
    </p:spTree>
    <p:extLst>
      <p:ext uri="{BB962C8B-B14F-4D97-AF65-F5344CB8AC3E}">
        <p14:creationId xmlns:p14="http://schemas.microsoft.com/office/powerpoint/2010/main" val="48419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5219" y="171904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You My Life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I Offer You My Life</a:t>
            </a:r>
          </a:p>
        </p:txBody>
      </p:sp>
    </p:spTree>
    <p:extLst>
      <p:ext uri="{BB962C8B-B14F-4D97-AF65-F5344CB8AC3E}">
        <p14:creationId xmlns:p14="http://schemas.microsoft.com/office/powerpoint/2010/main" val="208715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302</Words>
  <Application>Microsoft Office PowerPoint</Application>
  <PresentationFormat>Widescreen</PresentationFormat>
  <Paragraphs>18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All That I Am, All That I Have I Lay Them Down Before You, Oh, Lord</vt:lpstr>
      <vt:lpstr>All My Regrets, All My Acclaims The Joy And The Pain, I'm Making Them Yours</vt:lpstr>
      <vt:lpstr>Things In The Past, Things Yet Unseen Wishes And Dreams That Are Yet To Come True</vt:lpstr>
      <vt:lpstr>All Of My Hopes, All Of My Plans My Heart And My Hands Are Lifted To You</vt:lpstr>
      <vt:lpstr>Lord, I Offer My Life To You Everything I've Been Through</vt:lpstr>
      <vt:lpstr>Use It For Your Glory And, Lord, I Offer My Days To You Lifting My Praise To You</vt:lpstr>
      <vt:lpstr>As A Pleasing Sacrifice Lord, I Offer You My Life All That I Am, </vt:lpstr>
      <vt:lpstr>All That I Have I Lay Them Down Before You, Oh, Lord All My Regrets, All My Acclaims</vt:lpstr>
      <vt:lpstr>The Joy And The Pain, I'm Making Them Yours Things In The Past, Things Yet Unseen</vt:lpstr>
      <vt:lpstr>Wishes And Dreams That Are Yet To Come True All Of My Hopes, All Of My Plans</vt:lpstr>
      <vt:lpstr>My Heart And My Hands Are Lifted To You Lord, I Offer My Life To You</vt:lpstr>
      <vt:lpstr>Everything I've Been Through Use It For Your Glory Lord, I Offer My Days To You</vt:lpstr>
      <vt:lpstr>Lifting My Praise To You As A Pleasing Sacrifice Lord, I Offer You My-</vt:lpstr>
      <vt:lpstr>Lord, I offer my life to You Everything I've been through Use it for Your glory</vt:lpstr>
      <vt:lpstr>Lord, I Offer My Days To You Lifting My Praise To You As A Pleasing Sacrifice</vt:lpstr>
      <vt:lpstr>Lord, I Offer You My Life Lord, I Offer You My Life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2025-01-20T04:39:07Z</dcterms:created>
  <dcterms:modified xsi:type="dcterms:W3CDTF">2025-01-25T07:33:16Z</dcterms:modified>
</cp:coreProperties>
</file>