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4" r:id="rId3"/>
    <p:sldId id="501" r:id="rId4"/>
    <p:sldId id="502" r:id="rId5"/>
    <p:sldId id="5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 Here I Am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 Here I Am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Answer Your Call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Here I Am</a:t>
            </a: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Serve And Love You</a:t>
            </a:r>
            <a:b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Have Left Everything</a:t>
            </a:r>
            <a:b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To Follow You</a:t>
            </a: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My Heart</a:t>
            </a:r>
            <a:b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Is My Mind</a:t>
            </a:r>
            <a:b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My Soul,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4" y="11516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My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Wholeself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For You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You Alone.</a:t>
            </a: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</Words>
  <Application>Microsoft Office PowerPoint</Application>
  <PresentationFormat>Widescreen</PresentationFormat>
  <Paragraphs>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Lord Here I Am To Answer Your Call Lord, Here I Am</vt:lpstr>
      <vt:lpstr>To Serve And Love You I Have Left Everything Just To Follow You</vt:lpstr>
      <vt:lpstr>Here Is My Heart Her Is My Mind Here Is My Soul,</vt:lpstr>
      <vt:lpstr>Here Is My Wholeself I Am For You And You Alone.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2025-02-22T10:37:16Z</dcterms:modified>
</cp:coreProperties>
</file>