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84" r:id="rId3"/>
    <p:sldId id="501" r:id="rId4"/>
    <p:sldId id="558" r:id="rId5"/>
    <p:sldId id="630" r:id="rId6"/>
    <p:sldId id="631" r:id="rId7"/>
    <p:sldId id="63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848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Ning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Adlaw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Pasko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5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Ning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Adlaw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Pasko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Miabot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May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Diutay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Kong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Gasa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Kanimo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Bisan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Takus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Wala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Koy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Bulawan</a:t>
            </a:r>
            <a:endParaRPr lang="en-US" sz="8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143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7161" y="152401"/>
            <a:ext cx="11858625" cy="6557963"/>
          </a:xfrm>
        </p:spPr>
        <p:txBody>
          <a:bodyPr anchor="ctr" anchorCtr="0">
            <a:noAutofit/>
          </a:bodyPr>
          <a:lstStyle/>
          <a:p>
            <a:pPr algn="ctr"/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Sarang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Ikagasa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Koy</a:t>
            </a:r>
            <a:b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Pulong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Malitok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Uban</a:t>
            </a:r>
            <a:endParaRPr lang="en-US" sz="106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428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2188487-C858-4B4D-8964-9023F4FD7CF1}"/>
              </a:ext>
            </a:extLst>
          </p:cNvPr>
          <p:cNvSpPr txBox="1">
            <a:spLocks/>
          </p:cNvSpPr>
          <p:nvPr/>
        </p:nvSpPr>
        <p:spPr>
          <a:xfrm>
            <a:off x="137161" y="152401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sv-SE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Kining Akong Awit Kabus Nakong</a:t>
            </a:r>
          </a:p>
          <a:p>
            <a:r>
              <a:rPr lang="sv-SE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Awit Hinatag Sa Langit Ug Imo Karun</a:t>
            </a:r>
            <a:endParaRPr lang="en-US" sz="106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598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5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Ning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Adlaw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Pasko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Miabot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May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Diutay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Kong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Gasa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Kanimo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Bisan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Takus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Wala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Koy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Bulawan</a:t>
            </a:r>
            <a:endParaRPr lang="en-US" sz="8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076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7161" y="152401"/>
            <a:ext cx="11858625" cy="6557963"/>
          </a:xfrm>
        </p:spPr>
        <p:txBody>
          <a:bodyPr anchor="ctr" anchorCtr="0">
            <a:noAutofit/>
          </a:bodyPr>
          <a:lstStyle/>
          <a:p>
            <a:pPr algn="ctr"/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Sarang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Ikagasa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Koy</a:t>
            </a:r>
            <a:b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Pulong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Malitok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Uban</a:t>
            </a:r>
            <a:endParaRPr lang="en-US" sz="106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757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2188487-C858-4B4D-8964-9023F4FD7CF1}"/>
              </a:ext>
            </a:extLst>
          </p:cNvPr>
          <p:cNvSpPr txBox="1">
            <a:spLocks/>
          </p:cNvSpPr>
          <p:nvPr/>
        </p:nvSpPr>
        <p:spPr>
          <a:xfrm>
            <a:off x="137161" y="152401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sv-SE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Kining Akong Awit Kabus Nakong</a:t>
            </a:r>
          </a:p>
          <a:p>
            <a:r>
              <a:rPr lang="sv-SE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Awit Hinatag Sa Langit Ug Imo Karun</a:t>
            </a:r>
            <a:endParaRPr lang="en-US" sz="106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844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92</Words>
  <Application>Microsoft Office PowerPoint</Application>
  <PresentationFormat>Widescreen</PresentationFormat>
  <Paragraphs>11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Ning Adlaw Sa Pasko Nga Miabot, May Diutay Kong Gasa Kanimo, Bisan Di Takus Wala Koy Bulawan</vt:lpstr>
      <vt:lpstr>Sarang Ikagasa Ug Wa Koy Pulong Nga Wa Malitok Sa Uban</vt:lpstr>
      <vt:lpstr>PowerPoint Presentation</vt:lpstr>
      <vt:lpstr>Ning Adlaw Sa Pasko Nga Miabot, May Diutay Kong Gasa Kanimo, Bisan Di Takus Wala Koy Bulawan</vt:lpstr>
      <vt:lpstr>Sarang Ikagasa Ug Wa Koy Pulong Nga Wa Malitok Sa Uban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Dood</cp:lastModifiedBy>
  <cp:revision>8</cp:revision>
  <dcterms:created xsi:type="dcterms:W3CDTF">2025-01-20T04:39:07Z</dcterms:created>
  <dcterms:modified xsi:type="dcterms:W3CDTF">2025-12-06T12:41:54Z</dcterms:modified>
</cp:coreProperties>
</file>