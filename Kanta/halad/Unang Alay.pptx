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85" r:id="rId4"/>
    <p:sldId id="286" r:id="rId5"/>
    <p:sldId id="287" r:id="rId6"/>
    <p:sldId id="428" r:id="rId7"/>
    <p:sldId id="429" r:id="rId8"/>
    <p:sldId id="288" r:id="rId9"/>
    <p:sldId id="379" r:id="rId10"/>
    <p:sldId id="430" r:id="rId11"/>
    <p:sldId id="431" r:id="rId12"/>
    <p:sldId id="383" r:id="rId13"/>
    <p:sldId id="384" r:id="rId14"/>
    <p:sldId id="432" r:id="rId15"/>
    <p:sldId id="433" r:id="rId16"/>
    <p:sldId id="40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2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8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13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Unang Alay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Alay Na Ito,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Biyayang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Pagpapala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 '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01310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Tinapay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Sa 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Butil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Nagbibigay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3" y="11516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Alak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Tangkay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Inuming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Nagbibigay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Lakas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Alay Na Ito,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Biyayang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Pagpapala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150753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 '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7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Lungkot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Ligaya't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Pagsubok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Lakas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Kahinaan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Inaalay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Pagkatao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Isusunod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2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Alay Na Ito,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Biyayang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Pagpapala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149458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 '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59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Bayang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b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Umaawit</a:t>
            </a:r>
            <a:b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'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Sumasamba't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b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Umaasang</a:t>
            </a:r>
            <a:r>
              <a:rPr lang="en-US" sz="9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Diringgin</a:t>
            </a:r>
            <a:endParaRPr lang="en-US" sz="9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28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Dalanginsa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Alay Na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Nakalakip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Alay Na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Nakalakip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38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Alay Na Ito,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Biyayang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Nagmula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Pagpapala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1511901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 '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822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Nananalig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7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244</Words>
  <Application>Microsoft Office PowerPoint</Application>
  <PresentationFormat>Widescreen</PresentationFormat>
  <Paragraphs>20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Kunin At Tanggapin Ang Alay Na Ito, Mga Biyayang Nagmula, Sa Pagpapala Mo</vt:lpstr>
      <vt:lpstr>Tanda Ng Bawat Pusong 'Pagkat Inibig Mo Ngayo'y Nananalig, Nagmamahal Sa 'Yo</vt:lpstr>
      <vt:lpstr>Tinapay Na Nagmula Sa Butil Ng Trigo Pagkaing Nagbibigay Ng Buhay Mo</vt:lpstr>
      <vt:lpstr>At Alak Na Nagmula Sa, Isang Tangkay Ng Ubas, Inuming Nagbibigay, Ng Lakas</vt:lpstr>
      <vt:lpstr>Kunin At Tanggapin Ang Alay Na Ito, Mga Biyayang Nagmula, Sa Pagpapala Mo</vt:lpstr>
      <vt:lpstr>Tanda Ng Bawat Pusong 'Pagkat Inibig Mo Ngayo'y Nananalig, Nagmamahal Sa 'Yo</vt:lpstr>
      <vt:lpstr>Lahat Ng Mga Lungkot, Ligaya't Pagsubok Lahat Ng Lakas At Kahinaan Ko</vt:lpstr>
      <vt:lpstr>Inaalay Kong Lahat Buong Pagkatao Ito Ay Isusunod Sa 'Yo</vt:lpstr>
      <vt:lpstr>Kunin At Tanggapin Ang Alay Na Ito, Mga Biyayang Nagmula, Sa Pagpapala Mo</vt:lpstr>
      <vt:lpstr>Tanda Ng Bawat Pusong 'Pagkat Inibig Mo Ngayo'y Nananalig, Nagmamahal Sa 'Yo</vt:lpstr>
      <vt:lpstr>Ang Bayang Inibig Mo Ngayo'y Umaawit Sa 'Yo Ay Sumasamba't Nananalig Umaasang Diringgin</vt:lpstr>
      <vt:lpstr>Ang Bawat Dalanginsa Alay Na Ito'y Nakalakip Sa Alay Na Ito'y Nakalakip</vt:lpstr>
      <vt:lpstr>Kunin At Tanggapin Ang Alay Na Ito, Mga Biyayang Nagmula, Sa Pagpapala Mo</vt:lpstr>
      <vt:lpstr>Tanda Ng Bawat Pusong 'Pagkat Inibig Mo Ngayo'y Nananalig, Nagmamahal Sa 'Yo</vt:lpstr>
      <vt:lpstr>Ngayo'y Nananalig, Nagmamahal Sa 'Yo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2025-03-22T12:40:16Z</dcterms:modified>
</cp:coreProperties>
</file>