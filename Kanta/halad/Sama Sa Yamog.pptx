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84" r:id="rId3"/>
    <p:sldId id="501" r:id="rId4"/>
    <p:sldId id="558" r:id="rId5"/>
    <p:sldId id="502" r:id="rId6"/>
    <p:sldId id="534" r:id="rId7"/>
    <p:sldId id="535" r:id="rId8"/>
    <p:sldId id="580" r:id="rId9"/>
    <p:sldId id="581" r:id="rId10"/>
    <p:sldId id="582" r:id="rId11"/>
    <p:sldId id="583" r:id="rId12"/>
    <p:sldId id="584" r:id="rId13"/>
    <p:sldId id="585" r:id="rId14"/>
    <p:sldId id="586" r:id="rId15"/>
    <p:sldId id="58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81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 Sa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Yamog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 Sa </a:t>
            </a:r>
            <a:r>
              <a:rPr lang="en-US" sz="117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Yamog</a:t>
            </a:r>
            <a:b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</a:t>
            </a:r>
            <a:r>
              <a:rPr lang="en-US" sz="117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Nagabanig</a:t>
            </a:r>
            <a:b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17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Kaadlawon</a:t>
            </a:r>
            <a:endParaRPr lang="en-US" sz="117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1" y="152401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Mainit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Nagasabwag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Kabuntagon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88487-C858-4B4D-8964-9023F4FD7CF1}"/>
              </a:ext>
            </a:extLst>
          </p:cNvPr>
          <p:cNvSpPr txBox="1">
            <a:spLocks/>
          </p:cNvSpPr>
          <p:nvPr/>
        </p:nvSpPr>
        <p:spPr>
          <a:xfrm>
            <a:off x="137161" y="152401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v-SE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Mahimamat</a:t>
            </a:r>
          </a:p>
          <a:p>
            <a:r>
              <a:rPr lang="sv-SE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Tanang Mga Kahigayonan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598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Luha'g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Katawa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1" y="152401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pl-PL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Kalipay Ug Kasakit</a:t>
            </a:r>
            <a:br>
              <a:rPr lang="pl-PL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Kaabtik Ug Kahuyag,</a:t>
            </a:r>
            <a:endParaRPr lang="en-US" sz="9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F50B7A-BE11-4660-AFA4-4E90606B14F7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810706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Karon Among Ihalad Kanimo</a:t>
            </a:r>
            <a:b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Himoa Nga Maimo Kami O Ginoo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DE75C82-6FFA-4ED5-880C-0C46243DB03C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128692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9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Maskin Tuod Kung Kining Talagsaon Mong Paghigugma</a:t>
            </a:r>
            <a:br>
              <a:rPr lang="fi-FI" sz="9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9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Matagamtama'g Masaksihan Sa Tagsa Tagsa</a:t>
            </a:r>
            <a:endParaRPr lang="en-US" sz="9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854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Among Mga Panghuna Huna Laway'g Mahuyang</a:t>
            </a:r>
            <a:br>
              <a:rPr lang="fi-FI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Kadali Ra Gyong Malimot, Kadali Ra Gyong Mawagtang</a:t>
            </a:r>
            <a:endParaRPr lang="en-US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189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Kalipay Ug Kasakit</a:t>
            </a:r>
            <a:br>
              <a:rPr lang="fi-FI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Kaabtik Ug Kahuyang,</a:t>
            </a:r>
            <a:endParaRPr lang="en-US" sz="9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A805BCC-8464-4388-AFB8-BABAF2B1A29C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4183102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Karon Among Ihalad Kanimo</a:t>
            </a:r>
            <a:b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Himoa Nga Maimo Kami O Ginoo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266D81C-BD19-4C34-949B-529B908C4F8D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634550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Ginoong Dios Pukawa Kami Ayawg Pasagdi.</a:t>
            </a:r>
            <a:br>
              <a:rPr lang="fi-FI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Among Kasing-kasing Hatagig'g Mga Pagbati</a:t>
            </a:r>
            <a:endParaRPr lang="en-US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378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Tudloan Mo Kami Pagpadayag Sa Among Gugma.</a:t>
            </a:r>
            <a:br>
              <a:rPr lang="fi-FI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Guma Nga Lig-on Ug Tunhay Pinaagi Niining Gasa</a:t>
            </a:r>
            <a:endParaRPr lang="en-US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235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Kalipay Ug Kasakit</a:t>
            </a:r>
            <a:b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Kaabtik Ug Kahuyang,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884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Karon Among Ihalad Kanimo</a:t>
            </a:r>
            <a:b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Himoa Nga Maimo Kami O Ginoo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264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184</Words>
  <Application>Microsoft Office PowerPoint</Application>
  <PresentationFormat>Widescreen</PresentationFormat>
  <Paragraphs>22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Sama Sa Yamog Nga Nagabanig Sa Kaadlawon</vt:lpstr>
      <vt:lpstr>Ang Mainit Mong Gugma Nagasabwag Sa Kabuntagon.</vt:lpstr>
      <vt:lpstr>PowerPoint Presentation</vt:lpstr>
      <vt:lpstr>Sa Mga Luha'g Katawa Sa Imong Mga Katawhan.</vt:lpstr>
      <vt:lpstr>Ang Tanan Namong Kalipay Ug Kasakit Ang Tanan Namong Kaabtik Ug Kahuyag,</vt:lpstr>
      <vt:lpstr>Karon Among Ihalad Kanimo Himoa Nga Maimo Kami O Ginoo</vt:lpstr>
      <vt:lpstr>Maskin Tuod Kung Kining Talagsaon Mong Paghigugma Among Matagamtama'g Masaksihan Sa Tagsa Tagsa</vt:lpstr>
      <vt:lpstr>Ang Among Mga Panghuna Huna Laway'g Mahuyang Kadali Ra Gyong Malimot, Kadali Ra Gyong Mawagtang</vt:lpstr>
      <vt:lpstr>Ang Tanan Namong Kalipay Ug Kasakit Ang Tanan Namong Kaabtik Ug Kahuyang,</vt:lpstr>
      <vt:lpstr>Karon Among Ihalad Kanimo Himoa Nga Maimo Kami O Ginoo</vt:lpstr>
      <vt:lpstr>O Ginoong Dios Pukawa Kami Ayawg Pasagdi. Ang Among Kasing-kasing Hatagig'g Mga Pagbati</vt:lpstr>
      <vt:lpstr>Ug Tudloan Mo Kami Pagpadayag Sa Among Gugma. Guma Nga Lig-on Ug Tunhay Pinaagi Niining Gasa</vt:lpstr>
      <vt:lpstr>Ang Tanan Namong Kalipay Ug Kasakit Ang Tanan Namong Kaabtik Ug Kahuyang,</vt:lpstr>
      <vt:lpstr>Karon Among Ihalad Kanimo Himoa Nga Maimo Kami O Ginoo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</cp:revision>
  <dcterms:created xsi:type="dcterms:W3CDTF">2025-01-20T04:39:07Z</dcterms:created>
  <dcterms:modified xsi:type="dcterms:W3CDTF">2025-02-15T12:15:15Z</dcterms:modified>
</cp:coreProperties>
</file>