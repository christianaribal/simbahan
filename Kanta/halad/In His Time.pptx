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84" r:id="rId3"/>
    <p:sldId id="285" r:id="rId4"/>
    <p:sldId id="286" r:id="rId5"/>
    <p:sldId id="287" r:id="rId6"/>
    <p:sldId id="288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5" d="100"/>
          <a:sy n="45" d="100"/>
        </p:scale>
        <p:origin x="66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His Time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His time, in His time,</a:t>
            </a:r>
            <a:b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makes all things beautiful in His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7D8B10-E4BB-4EF0-981F-468340A1D72E}"/>
              </a:ext>
            </a:extLst>
          </p:cNvPr>
          <p:cNvSpPr/>
          <p:nvPr/>
        </p:nvSpPr>
        <p:spPr>
          <a:xfrm>
            <a:off x="779563" y="15793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E47A96-FA64-4C32-8BD7-AF3D6C2D0976}"/>
              </a:ext>
            </a:extLst>
          </p:cNvPr>
          <p:cNvSpPr/>
          <p:nvPr/>
        </p:nvSpPr>
        <p:spPr>
          <a:xfrm>
            <a:off x="4440704" y="16147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70E2C5-A477-454F-89F0-649D9877F61C}"/>
              </a:ext>
            </a:extLst>
          </p:cNvPr>
          <p:cNvSpPr/>
          <p:nvPr/>
        </p:nvSpPr>
        <p:spPr>
          <a:xfrm>
            <a:off x="7035049" y="18274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901DFA-6916-464B-823F-17D937517D51}"/>
              </a:ext>
            </a:extLst>
          </p:cNvPr>
          <p:cNvSpPr/>
          <p:nvPr/>
        </p:nvSpPr>
        <p:spPr>
          <a:xfrm>
            <a:off x="5886735" y="169256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88C9EC-F0B3-4400-9B52-8146584256DB}"/>
              </a:ext>
            </a:extLst>
          </p:cNvPr>
          <p:cNvSpPr/>
          <p:nvPr/>
        </p:nvSpPr>
        <p:spPr>
          <a:xfrm>
            <a:off x="761843" y="279835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D8F332-0F16-4AC9-B662-626FCC5658C2}"/>
              </a:ext>
            </a:extLst>
          </p:cNvPr>
          <p:cNvSpPr/>
          <p:nvPr/>
        </p:nvSpPr>
        <p:spPr>
          <a:xfrm>
            <a:off x="5886730" y="2925935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1F301-A7D9-4C19-B13A-442BEAF19A7D}"/>
              </a:ext>
            </a:extLst>
          </p:cNvPr>
          <p:cNvSpPr/>
          <p:nvPr/>
        </p:nvSpPr>
        <p:spPr>
          <a:xfrm>
            <a:off x="3313650" y="424437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622A8B-6C92-49D4-8509-12A1E5D7E204}"/>
              </a:ext>
            </a:extLst>
          </p:cNvPr>
          <p:cNvSpPr/>
          <p:nvPr/>
        </p:nvSpPr>
        <p:spPr>
          <a:xfrm>
            <a:off x="9161556" y="44570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please show me everyday</a:t>
            </a:r>
            <a:b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You’re teaching me Your way,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961DF-945A-4835-A093-E105BCB0EBEC}"/>
              </a:ext>
            </a:extLst>
          </p:cNvPr>
          <p:cNvSpPr/>
          <p:nvPr/>
        </p:nvSpPr>
        <p:spPr>
          <a:xfrm>
            <a:off x="6457344" y="15793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ADAD3-7B26-4E7D-B657-11DFB416A661}"/>
              </a:ext>
            </a:extLst>
          </p:cNvPr>
          <p:cNvSpPr/>
          <p:nvPr/>
        </p:nvSpPr>
        <p:spPr>
          <a:xfrm>
            <a:off x="6032043" y="14976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D3BFF2-AC0D-499C-89B8-3E199139C6A9}"/>
              </a:ext>
            </a:extLst>
          </p:cNvPr>
          <p:cNvSpPr/>
          <p:nvPr/>
        </p:nvSpPr>
        <p:spPr>
          <a:xfrm>
            <a:off x="7626924" y="302871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89969-718E-4DB9-BAC1-8FA744A7DD4B}"/>
              </a:ext>
            </a:extLst>
          </p:cNvPr>
          <p:cNvSpPr/>
          <p:nvPr/>
        </p:nvSpPr>
        <p:spPr>
          <a:xfrm>
            <a:off x="5819393" y="436843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Bm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244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you do just what You say in Your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E29693-BF54-4342-BD51-E4BDC7AE6605}"/>
              </a:ext>
            </a:extLst>
          </p:cNvPr>
          <p:cNvSpPr/>
          <p:nvPr/>
        </p:nvSpPr>
        <p:spPr>
          <a:xfrm>
            <a:off x="6542402" y="37058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90D43-FC0C-40C3-B37B-90D96DD247A7}"/>
              </a:ext>
            </a:extLst>
          </p:cNvPr>
          <p:cNvSpPr/>
          <p:nvPr/>
        </p:nvSpPr>
        <p:spPr>
          <a:xfrm>
            <a:off x="7371739" y="232697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DD285-1326-4E0C-AA55-0AD6227DB50C}"/>
              </a:ext>
            </a:extLst>
          </p:cNvPr>
          <p:cNvSpPr/>
          <p:nvPr/>
        </p:nvSpPr>
        <p:spPr>
          <a:xfrm>
            <a:off x="5883193" y="368794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41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Your time, in Your time,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make all things beautiful in Your time.</a:t>
            </a:r>
            <a:b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my life to You I bring,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2E6963-E578-4091-A707-0AEB997B527B}"/>
              </a:ext>
            </a:extLst>
          </p:cNvPr>
          <p:cNvSpPr/>
          <p:nvPr/>
        </p:nvSpPr>
        <p:spPr>
          <a:xfrm>
            <a:off x="-28507" y="-22483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E0E45E-EE0F-4F0D-957B-1165D24CB9B0}"/>
              </a:ext>
            </a:extLst>
          </p:cNvPr>
          <p:cNvSpPr/>
          <p:nvPr/>
        </p:nvSpPr>
        <p:spPr>
          <a:xfrm>
            <a:off x="3632634" y="-22129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A67F10-FFC1-4498-83A6-5ACE006DA85B}"/>
              </a:ext>
            </a:extLst>
          </p:cNvPr>
          <p:cNvSpPr/>
          <p:nvPr/>
        </p:nvSpPr>
        <p:spPr>
          <a:xfrm>
            <a:off x="5567762" y="-20002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3619C-1112-42B0-A54B-3D291B074D93}"/>
              </a:ext>
            </a:extLst>
          </p:cNvPr>
          <p:cNvSpPr/>
          <p:nvPr/>
        </p:nvSpPr>
        <p:spPr>
          <a:xfrm>
            <a:off x="10270894" y="-17521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942C8F-2A8C-4B43-83C3-870272DDFE29}"/>
              </a:ext>
            </a:extLst>
          </p:cNvPr>
          <p:cNvSpPr/>
          <p:nvPr/>
        </p:nvSpPr>
        <p:spPr>
          <a:xfrm>
            <a:off x="1555745" y="155080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65A32E-423C-430F-831B-8BCC898E5105}"/>
              </a:ext>
            </a:extLst>
          </p:cNvPr>
          <p:cNvSpPr/>
          <p:nvPr/>
        </p:nvSpPr>
        <p:spPr>
          <a:xfrm>
            <a:off x="5936355" y="148700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6B371A-9175-40BA-8227-633F7EEEDA93}"/>
              </a:ext>
            </a:extLst>
          </p:cNvPr>
          <p:cNvSpPr/>
          <p:nvPr/>
        </p:nvSpPr>
        <p:spPr>
          <a:xfrm>
            <a:off x="3256953" y="333707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A7D81C-4BD6-4ACB-8E40-877622CAC94B}"/>
              </a:ext>
            </a:extLst>
          </p:cNvPr>
          <p:cNvSpPr/>
          <p:nvPr/>
        </p:nvSpPr>
        <p:spPr>
          <a:xfrm>
            <a:off x="8105405" y="344339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E5A83-4238-40D1-BFA4-C935B516DAE8}"/>
              </a:ext>
            </a:extLst>
          </p:cNvPr>
          <p:cNvSpPr/>
          <p:nvPr/>
        </p:nvSpPr>
        <p:spPr>
          <a:xfrm>
            <a:off x="3632634" y="512333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B4E792-3B8C-4B5D-8302-930B25866F3B}"/>
              </a:ext>
            </a:extLst>
          </p:cNvPr>
          <p:cNvSpPr/>
          <p:nvPr/>
        </p:nvSpPr>
        <p:spPr>
          <a:xfrm>
            <a:off x="9979727" y="516586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01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Each Song I Have To Sing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To You A Lovely Thing</a:t>
            </a:r>
            <a:b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8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Your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1CC349-0BD3-4D1D-8452-F9289E6311D0}"/>
              </a:ext>
            </a:extLst>
          </p:cNvPr>
          <p:cNvSpPr/>
          <p:nvPr/>
        </p:nvSpPr>
        <p:spPr>
          <a:xfrm>
            <a:off x="5486247" y="-260277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0EC46-FD27-488A-9FF2-E4390245DAC0}"/>
              </a:ext>
            </a:extLst>
          </p:cNvPr>
          <p:cNvSpPr/>
          <p:nvPr/>
        </p:nvSpPr>
        <p:spPr>
          <a:xfrm>
            <a:off x="6209261" y="973100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A47F6B-9EF2-4EAD-817B-13EED624B660}"/>
              </a:ext>
            </a:extLst>
          </p:cNvPr>
          <p:cNvSpPr/>
          <p:nvPr/>
        </p:nvSpPr>
        <p:spPr>
          <a:xfrm>
            <a:off x="3955157" y="2270272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8132A8-94ED-4408-9B49-57C05492D139}"/>
              </a:ext>
            </a:extLst>
          </p:cNvPr>
          <p:cNvSpPr/>
          <p:nvPr/>
        </p:nvSpPr>
        <p:spPr>
          <a:xfrm>
            <a:off x="4210341" y="360997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5D756F-68A4-4529-8E59-9C75EFAF32D9}"/>
              </a:ext>
            </a:extLst>
          </p:cNvPr>
          <p:cNvSpPr/>
          <p:nvPr/>
        </p:nvSpPr>
        <p:spPr>
          <a:xfrm>
            <a:off x="6634561" y="499928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47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Lord, please show me everyday</a:t>
            </a:r>
            <a:b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9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You’re teaching me Your way,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5961DF-945A-4835-A093-E105BCB0EBEC}"/>
              </a:ext>
            </a:extLst>
          </p:cNvPr>
          <p:cNvSpPr/>
          <p:nvPr/>
        </p:nvSpPr>
        <p:spPr>
          <a:xfrm>
            <a:off x="6457344" y="15793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G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DADAD3-7B26-4E7D-B657-11DFB416A661}"/>
              </a:ext>
            </a:extLst>
          </p:cNvPr>
          <p:cNvSpPr/>
          <p:nvPr/>
        </p:nvSpPr>
        <p:spPr>
          <a:xfrm>
            <a:off x="6032043" y="149762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D3BFF2-AC0D-499C-89B8-3E199139C6A9}"/>
              </a:ext>
            </a:extLst>
          </p:cNvPr>
          <p:cNvSpPr/>
          <p:nvPr/>
        </p:nvSpPr>
        <p:spPr>
          <a:xfrm>
            <a:off x="7626924" y="3028719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F#m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789969-718E-4DB9-BAC1-8FA744A7DD4B}"/>
              </a:ext>
            </a:extLst>
          </p:cNvPr>
          <p:cNvSpPr/>
          <p:nvPr/>
        </p:nvSpPr>
        <p:spPr>
          <a:xfrm>
            <a:off x="5819393" y="4368431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Bm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248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5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you do just what You say in Your time.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E29693-BF54-4342-BD51-E4BDC7AE6605}"/>
              </a:ext>
            </a:extLst>
          </p:cNvPr>
          <p:cNvSpPr/>
          <p:nvPr/>
        </p:nvSpPr>
        <p:spPr>
          <a:xfrm>
            <a:off x="6542402" y="37058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 err="1">
                <a:solidFill>
                  <a:schemeClr val="accent4"/>
                </a:solidFill>
              </a:rPr>
              <a:t>Em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90D43-FC0C-40C3-B37B-90D96DD247A7}"/>
              </a:ext>
            </a:extLst>
          </p:cNvPr>
          <p:cNvSpPr/>
          <p:nvPr/>
        </p:nvSpPr>
        <p:spPr>
          <a:xfrm>
            <a:off x="7371739" y="2326978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A</a:t>
            </a:r>
            <a:endParaRPr lang="en-PH" sz="5400" dirty="0">
              <a:solidFill>
                <a:schemeClr val="accent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2DD285-1326-4E0C-AA55-0AD6227DB50C}"/>
              </a:ext>
            </a:extLst>
          </p:cNvPr>
          <p:cNvSpPr/>
          <p:nvPr/>
        </p:nvSpPr>
        <p:spPr>
          <a:xfrm>
            <a:off x="5883193" y="3687943"/>
            <a:ext cx="1786597" cy="9706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>
                <a:solidFill>
                  <a:schemeClr val="accent4"/>
                </a:solidFill>
              </a:rPr>
              <a:t>D</a:t>
            </a:r>
            <a:endParaRPr lang="en-PH" sz="54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956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161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 His time, in His time, He makes all things beautiful in His time.</vt:lpstr>
      <vt:lpstr>Lord, please show me everyday As You’re teaching me Your way,</vt:lpstr>
      <vt:lpstr>That you do just what You say in Your time.</vt:lpstr>
      <vt:lpstr>In Your time, in Your time, You make all things beautiful in Your time. Lord, my life to You I bring,</vt:lpstr>
      <vt:lpstr>May Each Song I Have To Sing Be To You A Lovely Thing In Your Time.</vt:lpstr>
      <vt:lpstr>Lord, please show me everyday As You’re teaching me Your way,</vt:lpstr>
      <vt:lpstr>That you do just what You say in Your time.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11</cp:revision>
  <dcterms:created xsi:type="dcterms:W3CDTF">2025-01-20T04:39:07Z</dcterms:created>
  <dcterms:modified xsi:type="dcterms:W3CDTF">2026-01-05T07:05:20Z</dcterms:modified>
</cp:coreProperties>
</file>