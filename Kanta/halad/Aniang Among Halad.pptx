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84" r:id="rId3"/>
    <p:sldId id="501" r:id="rId4"/>
    <p:sldId id="558" r:id="rId5"/>
    <p:sldId id="502" r:id="rId6"/>
    <p:sldId id="534" r:id="rId7"/>
    <p:sldId id="53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81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Aniang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Among Halad</a:t>
            </a: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5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Aniang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Among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Halad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Gikan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Kasingkasing</a:t>
            </a:r>
            <a:b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Kalampusag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Kapakyasan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Kalipay'g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Kagul-anan</a:t>
            </a:r>
            <a:endParaRPr lang="en-US" sz="9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143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7161" y="152401"/>
            <a:ext cx="11858625" cy="6557963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Uban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Ning Pan Ug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Bino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Ihalad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Namo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b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Kinabuhi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Pagkatawo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Ang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Tanang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Ania</a:t>
            </a:r>
            <a:endParaRPr lang="en-US" sz="8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428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188487-C858-4B4D-8964-9023F4FD7CF1}"/>
              </a:ext>
            </a:extLst>
          </p:cNvPr>
          <p:cNvSpPr txBox="1">
            <a:spLocks/>
          </p:cNvSpPr>
          <p:nvPr/>
        </p:nvSpPr>
        <p:spPr>
          <a:xfrm>
            <a:off x="137161" y="152401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Naay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Kulang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Diri</a:t>
            </a:r>
            <a:endParaRPr lang="en-US" sz="8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598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0131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Sayud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Kami Nga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Kining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b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Gikan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2561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7161" y="152401"/>
            <a:ext cx="11858625" cy="6557963"/>
          </a:xfrm>
        </p:spPr>
        <p:txBody>
          <a:bodyPr anchor="ctr" anchorCtr="0">
            <a:noAutofit/>
          </a:bodyPr>
          <a:lstStyle/>
          <a:p>
            <a:pPr algn="ctr"/>
            <a:r>
              <a:rPr lang="pl-PL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 Balhin Na Ang Pan Ug Bino</a:t>
            </a:r>
            <a:br>
              <a:rPr lang="pl-PL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Lawas Ug Dugo Ni Kristo</a:t>
            </a:r>
            <a:endParaRPr lang="en-US" sz="9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706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0131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fi-FI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Kalan-on Mn Nga Balaan</a:t>
            </a:r>
            <a:br>
              <a:rPr lang="fi-FI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Kinabuhi Natong Tanan.</a:t>
            </a:r>
            <a:endParaRPr lang="en-US" sz="106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692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72</Words>
  <Application>Microsoft Office PowerPoint</Application>
  <PresentationFormat>Widescreen</PresentationFormat>
  <Paragraphs>9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Aniang Among Halad, Gikan Sa Kasingkasing Kalampusag Kapakyasan, Kalipay'g Kagul-anan</vt:lpstr>
      <vt:lpstr>Uban Ning Pan Ug Bino, Ihalad Namo Kanimo Kinabuhi Ug Pagkatawo, Ang Tanang Ania</vt:lpstr>
      <vt:lpstr>PowerPoint Presentation</vt:lpstr>
      <vt:lpstr>Sayud Kami Nga Kining Tanan Gikan Man Kanimo Ginoo.</vt:lpstr>
      <vt:lpstr>Ma Balhin Na Ang Pan Ug Bino Sa Lawas Ug Dugo Ni Kristo</vt:lpstr>
      <vt:lpstr>Kalan-on Mn Nga Balaan Kinabuhi Natong Tanan.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chrizzchan98@gmail.com</cp:lastModifiedBy>
  <cp:revision>8</cp:revision>
  <dcterms:created xsi:type="dcterms:W3CDTF">2025-01-20T04:39:07Z</dcterms:created>
  <dcterms:modified xsi:type="dcterms:W3CDTF">2025-07-05T22:11:07Z</dcterms:modified>
</cp:coreProperties>
</file>