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4" r:id="rId3"/>
    <p:sldId id="501" r:id="rId4"/>
    <p:sldId id="558" r:id="rId5"/>
    <p:sldId id="502" r:id="rId6"/>
    <p:sldId id="594" r:id="rId7"/>
    <p:sldId id="595" r:id="rId8"/>
    <p:sldId id="596" r:id="rId9"/>
    <p:sldId id="5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9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Halad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Maoy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Kahingpitan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Pagsimba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Dios.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Makapoypoy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Aron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Saulogon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Putli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endParaRPr lang="en-US" sz="10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Sinugdanang Mga Adlaw Sa Among Manunubos Kini Among Gipangayo</a:t>
            </a:r>
            <a:endParaRPr lang="en-US" sz="10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A-men.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Maoy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Kahingpitan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Pagsimba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Dios.</a:t>
            </a:r>
          </a:p>
        </p:txBody>
      </p:sp>
    </p:spTree>
    <p:extLst>
      <p:ext uri="{BB962C8B-B14F-4D97-AF65-F5344CB8AC3E}">
        <p14:creationId xmlns:p14="http://schemas.microsoft.com/office/powerpoint/2010/main" val="391349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Makapoypoy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Aron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Saulogon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Putli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r>
              <a:rPr lang="en-US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endParaRPr lang="en-US" sz="10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9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10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Sinugdanang Mga Adlaw Sa Among Manunubos Kini Among Gipangayo</a:t>
            </a:r>
            <a:endParaRPr lang="en-US" sz="10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0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A-men.</a:t>
            </a:r>
          </a:p>
        </p:txBody>
      </p:sp>
    </p:spTree>
    <p:extLst>
      <p:ext uri="{BB962C8B-B14F-4D97-AF65-F5344CB8AC3E}">
        <p14:creationId xmlns:p14="http://schemas.microsoft.com/office/powerpoint/2010/main" val="85426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</Words>
  <Application>Microsoft Office PowerPoint</Application>
  <PresentationFormat>Widescreen</PresentationFormat>
  <Paragraphs>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 Ginoo Kining Halad Nga Maoy Kahingpitan Sa Among Pagsimba Sa Dios.</vt:lpstr>
      <vt:lpstr>Makapoypoy Unta Kanimo Aron Saulogon Namo Sa Putli Nga Kasing Kasing</vt:lpstr>
      <vt:lpstr>PowerPoint Presentation</vt:lpstr>
      <vt:lpstr>Pinaagi Ni Kristo Among Ginoo. A-men.</vt:lpstr>
      <vt:lpstr>O Ginoo Kining Halad Nga Maoy Kahingpitan Sa Among Pagsimba Sa Dios.</vt:lpstr>
      <vt:lpstr>Makapoypoy Unta Kanimo Aron Saulogon Namo Sa Putli Nga Kasing Kasing</vt:lpstr>
      <vt:lpstr>PowerPoint Presentation</vt:lpstr>
      <vt:lpstr>Pinaagi Ni Kristo Among Ginoo. A-men.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9</cp:revision>
  <dcterms:created xsi:type="dcterms:W3CDTF">2025-01-20T04:39:07Z</dcterms:created>
  <dcterms:modified xsi:type="dcterms:W3CDTF">2025-07-05T22:59:59Z</dcterms:modified>
</cp:coreProperties>
</file>