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84" r:id="rId3"/>
    <p:sldId id="285" r:id="rId4"/>
    <p:sldId id="286" r:id="rId5"/>
    <p:sldId id="287" r:id="rId6"/>
    <p:sldId id="288" r:id="rId7"/>
    <p:sldId id="379" r:id="rId8"/>
    <p:sldId id="383" r:id="rId9"/>
    <p:sldId id="38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Langitong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Amahan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6858000"/>
          </a:xfrm>
        </p:spPr>
        <p:txBody>
          <a:bodyPr anchor="ctr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Langitnong Amahan</a:t>
            </a:r>
            <a:b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Dawata Kining Among Halad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143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 Ug Bino Buhing Simbolo</a:t>
            </a:r>
            <a:b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Kinabuhi Namo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428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Tanan Namong Paningkamot</a:t>
            </a:r>
            <a:b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 Buhat Ning Mga Kamot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561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Kinabuhi Ug Paghigugma</a:t>
            </a:r>
            <a:b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Amahan Dawata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859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Tanan Gikan Kanimo</a:t>
            </a:r>
            <a:b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Karon Ibalik Namoo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563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/>
          <a:p>
            <a:pPr algn="ctr"/>
            <a:r>
              <a:rPr lang="fi-FI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Panalangini O Amahan</a:t>
            </a:r>
            <a:br>
              <a:rPr lang="fi-FI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Himoa Kaming Angayan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521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6858000"/>
          </a:xfrm>
        </p:spPr>
        <p:txBody>
          <a:bodyPr anchor="ctr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Tanan Gikan Kanimo</a:t>
            </a:r>
            <a:b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Karon Ibalik Namoo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283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6858000"/>
          </a:xfrm>
        </p:spPr>
        <p:txBody>
          <a:bodyPr anchor="ctr">
            <a:normAutofit/>
          </a:bodyPr>
          <a:lstStyle/>
          <a:p>
            <a:pPr algn="ctr"/>
            <a:r>
              <a:rPr lang="fi-FI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Panalangini O Amahan</a:t>
            </a:r>
            <a:br>
              <a:rPr lang="fi-FI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Himoa Kaming Angayan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383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69</Words>
  <Application>Microsoft Office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O Langitnong Amahan Dawata Kining Among Halad</vt:lpstr>
      <vt:lpstr>Pan Ug Bino Buhing Simbolo Sa Kinabuhi Namo</vt:lpstr>
      <vt:lpstr>Ang Tanan Namong Paningkamot Mga Buhat Ning Mga Kamot</vt:lpstr>
      <vt:lpstr>Kinabuhi Ug Paghigugma O Amahan Dawata</vt:lpstr>
      <vt:lpstr>Ang Tanan Gikan Kanimo Ug Karon Ibalik Namoo</vt:lpstr>
      <vt:lpstr>Panalangini O Amahan Himoa Kaming Angayan</vt:lpstr>
      <vt:lpstr>Ang Tanan Gikan Kanimo Ug Karon Ibalik Namoo</vt:lpstr>
      <vt:lpstr>Panalangini O Amahan Himoa Kaming Angayan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6</cp:revision>
  <dcterms:created xsi:type="dcterms:W3CDTF">2025-01-20T04:39:07Z</dcterms:created>
  <dcterms:modified xsi:type="dcterms:W3CDTF">2025-01-20T07:22:41Z</dcterms:modified>
</cp:coreProperties>
</file>