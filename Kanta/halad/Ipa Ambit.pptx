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488" r:id="rId3"/>
    <p:sldId id="722" r:id="rId4"/>
    <p:sldId id="489" r:id="rId5"/>
    <p:sldId id="490" r:id="rId6"/>
    <p:sldId id="491" r:id="rId7"/>
    <p:sldId id="723" r:id="rId8"/>
    <p:sldId id="72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82" autoAdjust="0"/>
    <p:restoredTop sz="94660"/>
  </p:normalViewPr>
  <p:slideViewPr>
    <p:cSldViewPr snapToGrid="0">
      <p:cViewPr varScale="1">
        <p:scale>
          <a:sx n="42" d="100"/>
          <a:sy n="42" d="100"/>
        </p:scale>
        <p:origin x="72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60BF0-D007-460F-BF20-9BF0E803D27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45CDA7-2137-46DC-A3BF-6A761DA7AC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22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Ipa</a:t>
            </a:r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Ambit</a:t>
            </a:r>
          </a:p>
          <a:p>
            <a:pPr algn="ctr"/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</a:t>
            </a:r>
          </a:p>
          <a:p>
            <a:pPr algn="ctr"/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6269E6-D981-49A0-A404-D410291AFF84}"/>
              </a:ext>
            </a:extLst>
          </p:cNvPr>
          <p:cNvSpPr/>
          <p:nvPr/>
        </p:nvSpPr>
        <p:spPr>
          <a:xfrm>
            <a:off x="5202701" y="406908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 C 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pl-PL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Igsoon Ko Ipaambit Na Ang Kinabuhi Mo,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AB2974-77EB-466D-9D2F-EDF75FA25D41}"/>
              </a:ext>
            </a:extLst>
          </p:cNvPr>
          <p:cNvSpPr/>
          <p:nvPr/>
        </p:nvSpPr>
        <p:spPr>
          <a:xfrm>
            <a:off x="2103736" y="2198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8DF2D4-0DB1-49B9-9C00-A08DEFE8C8D1}"/>
              </a:ext>
            </a:extLst>
          </p:cNvPr>
          <p:cNvSpPr/>
          <p:nvPr/>
        </p:nvSpPr>
        <p:spPr>
          <a:xfrm>
            <a:off x="2210416" y="22010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32FDF0-5DE5-488E-AE3E-DF7EF0BFAFE6}"/>
              </a:ext>
            </a:extLst>
          </p:cNvPr>
          <p:cNvSpPr/>
          <p:nvPr/>
        </p:nvSpPr>
        <p:spPr>
          <a:xfrm>
            <a:off x="981837" y="374033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73E127-6167-4468-9362-EB87A12E48BC}"/>
              </a:ext>
            </a:extLst>
          </p:cNvPr>
          <p:cNvSpPr/>
          <p:nvPr/>
        </p:nvSpPr>
        <p:spPr>
          <a:xfrm>
            <a:off x="7260717" y="37555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1428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Mga Hiyas Mo Palamboa,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5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Kini</a:t>
            </a:r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Gikan Sa Langit Nga Mga Gasa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936BA5-433C-44A5-AFE5-3F2611C75E5E}"/>
              </a:ext>
            </a:extLst>
          </p:cNvPr>
          <p:cNvSpPr/>
          <p:nvPr/>
        </p:nvSpPr>
        <p:spPr>
          <a:xfrm>
            <a:off x="296037" y="-9144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4F0E05-072B-4BE8-9C72-55B8A386D5DC}"/>
              </a:ext>
            </a:extLst>
          </p:cNvPr>
          <p:cNvSpPr/>
          <p:nvPr/>
        </p:nvSpPr>
        <p:spPr>
          <a:xfrm>
            <a:off x="5462397" y="4572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368104-0A75-43D5-AADA-80965CD43393}"/>
              </a:ext>
            </a:extLst>
          </p:cNvPr>
          <p:cNvSpPr/>
          <p:nvPr/>
        </p:nvSpPr>
        <p:spPr>
          <a:xfrm>
            <a:off x="2582037" y="14314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2A9833-3FB9-47C6-85C1-8A3514E24601}"/>
              </a:ext>
            </a:extLst>
          </p:cNvPr>
          <p:cNvSpPr/>
          <p:nvPr/>
        </p:nvSpPr>
        <p:spPr>
          <a:xfrm>
            <a:off x="7340434" y="158462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7BB358-2EE3-4971-B105-88F1A06B0070}"/>
              </a:ext>
            </a:extLst>
          </p:cNvPr>
          <p:cNvSpPr/>
          <p:nvPr/>
        </p:nvSpPr>
        <p:spPr>
          <a:xfrm>
            <a:off x="67437" y="284879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430A34-035E-4B4A-BB92-CD2CDAAB00AE}"/>
              </a:ext>
            </a:extLst>
          </p:cNvPr>
          <p:cNvSpPr/>
          <p:nvPr/>
        </p:nvSpPr>
        <p:spPr>
          <a:xfrm>
            <a:off x="7611237" y="292080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728664-D30B-49CF-947A-85B41059953B}"/>
              </a:ext>
            </a:extLst>
          </p:cNvPr>
          <p:cNvSpPr/>
          <p:nvPr/>
        </p:nvSpPr>
        <p:spPr>
          <a:xfrm>
            <a:off x="6902577" y="431183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7853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Segi Na Gamita Na Kining Maong Gasa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Kining Tanan Inuslan Lang Arun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40671E-C098-40C4-910E-0ED63B59335F}"/>
              </a:ext>
            </a:extLst>
          </p:cNvPr>
          <p:cNvSpPr/>
          <p:nvPr/>
        </p:nvSpPr>
        <p:spPr>
          <a:xfrm>
            <a:off x="-275463" y="-21445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E3D867-4FDA-425F-9C60-64DF40415786}"/>
              </a:ext>
            </a:extLst>
          </p:cNvPr>
          <p:cNvSpPr/>
          <p:nvPr/>
        </p:nvSpPr>
        <p:spPr>
          <a:xfrm>
            <a:off x="5087829" y="-22860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B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166555-4DC4-4030-A11E-4E0DFAA42F9D}"/>
              </a:ext>
            </a:extLst>
          </p:cNvPr>
          <p:cNvSpPr/>
          <p:nvPr/>
        </p:nvSpPr>
        <p:spPr>
          <a:xfrm>
            <a:off x="0" y="133241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E51F2-BE85-46C5-8367-EAFE643F7D44}"/>
              </a:ext>
            </a:extLst>
          </p:cNvPr>
          <p:cNvSpPr/>
          <p:nvPr/>
        </p:nvSpPr>
        <p:spPr>
          <a:xfrm>
            <a:off x="10201421" y="15838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043770-ED18-400F-8842-8FEAC9258C60}"/>
              </a:ext>
            </a:extLst>
          </p:cNvPr>
          <p:cNvSpPr/>
          <p:nvPr/>
        </p:nvSpPr>
        <p:spPr>
          <a:xfrm>
            <a:off x="2871597" y="31840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A4B844-F91F-4F1A-A455-FD9DF0AB782C}"/>
              </a:ext>
            </a:extLst>
          </p:cNvPr>
          <p:cNvSpPr/>
          <p:nvPr/>
        </p:nvSpPr>
        <p:spPr>
          <a:xfrm>
            <a:off x="-1" y="44690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D561EA-60F1-438A-9E28-16CBAF67144B}"/>
              </a:ext>
            </a:extLst>
          </p:cNvPr>
          <p:cNvSpPr/>
          <p:nvPr/>
        </p:nvSpPr>
        <p:spPr>
          <a:xfrm>
            <a:off x="8872024" y="457099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2561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Mapalambo Ang Kalibutan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Higala Hinumdumi Ang Kahitas-an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859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6858000"/>
          </a:xfrm>
        </p:spPr>
        <p:txBody>
          <a:bodyPr anchor="ctr">
            <a:noAutofit/>
          </a:bodyPr>
          <a:lstStyle/>
          <a:p>
            <a:pPr algn="ctr"/>
            <a:r>
              <a:rPr lang="pl-PL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Mohatag Sa Nagkugi</a:t>
            </a:r>
            <a:br>
              <a:rPr lang="pl-PL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Mosilot Sa Nagsayang Niining Maong Bahandi.</a:t>
            </a:r>
            <a:endParaRPr lang="en-US" sz="1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4563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8190B-1B84-7ACD-10FE-900E6BF76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0C246FC-96F5-D77A-3369-FA8F6350C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Segi Na Gamita Na Kining Maong Gasa</a:t>
            </a:r>
            <a:b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Kining Tanan </a:t>
            </a:r>
            <a:r>
              <a:rPr lang="pl-PL" sz="115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Inuslan Lang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945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6857999"/>
          </a:xfrm>
        </p:spPr>
        <p:txBody>
          <a:bodyPr anchor="ctr">
            <a:normAutofit/>
          </a:bodyPr>
          <a:lstStyle/>
          <a:p>
            <a:pPr algn="ctr"/>
            <a:r>
              <a:rPr lang="pl-PL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Arun</a:t>
            </a:r>
            <a:r>
              <a:rPr lang="en-US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,,,, </a:t>
            </a:r>
            <a:r>
              <a:rPr lang="pl-PL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Mapalambo Ang Kalibutan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316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95</Words>
  <Application>Microsoft Office PowerPoint</Application>
  <PresentationFormat>Widescreen</PresentationFormat>
  <Paragraphs>29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PowerPoint Presentation</vt:lpstr>
      <vt:lpstr>Igsoon Ko Ipaambit Na Ang Kinabuhi Mo,</vt:lpstr>
      <vt:lpstr>Ang Mga Hiyas Mo Palamboa, Kini Gikan Sa Langit Nga Mga Gasa</vt:lpstr>
      <vt:lpstr>Segi Na Gamita Na Kining Maong Gasa Kining Tanan Inuslan Lang Arun</vt:lpstr>
      <vt:lpstr>Mapalambo Ang Kalibutan Higala Hinumdumi Ang Kahitas-an</vt:lpstr>
      <vt:lpstr>Mohatag Sa Nagkugi Mosilot Sa Nagsayang Niining Maong Bahandi.</vt:lpstr>
      <vt:lpstr>Segi Na Gamita Na Kining Maong Gasa Kining Tanan Inuslan Lang</vt:lpstr>
      <vt:lpstr>Arun,,,, Mapalambo Ang Kalibutan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Dood</cp:lastModifiedBy>
  <cp:revision>9</cp:revision>
  <dcterms:created xsi:type="dcterms:W3CDTF">2025-01-20T04:39:07Z</dcterms:created>
  <dcterms:modified xsi:type="dcterms:W3CDTF">2026-01-05T07:50:40Z</dcterms:modified>
</cp:coreProperties>
</file>