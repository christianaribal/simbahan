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488" r:id="rId3"/>
    <p:sldId id="722" r:id="rId4"/>
    <p:sldId id="489" r:id="rId5"/>
    <p:sldId id="490" r:id="rId6"/>
    <p:sldId id="491" r:id="rId7"/>
    <p:sldId id="723" r:id="rId8"/>
    <p:sldId id="72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Ambit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Igsoon Ko Ipaambit Na Ang Kinabuhi Mo,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Mga Hiyas Mo Palamboa,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 Sa Langit Nga Mga Gasa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5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Segi Na Gamita Na Kining Maong Gasa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Tanan Inuslan Lang Arun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Higala Hinumdumi Ang Kahitas-an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858000"/>
          </a:xfrm>
        </p:spPr>
        <p:txBody>
          <a:bodyPr anchor="ctr">
            <a:noAutofit/>
          </a:bodyPr>
          <a:lstStyle/>
          <a:p>
            <a:pPr algn="ctr"/>
            <a:r>
              <a:rPr lang="pl-PL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Mohatag Sa Nagkugi</a:t>
            </a:r>
            <a:br>
              <a:rPr lang="pl-PL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Mosilot Sa Nagsayang Niining Maong Bahandi.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190B-1B84-7ACD-10FE-900E6BF7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0C246FC-96F5-D77A-3369-FA8F6350C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Segi Na Gamita Na Kining Maong Gasa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Tanan </a:t>
            </a:r>
            <a:r>
              <a:rPr lang="pl-PL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Inuslan Lang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4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,,,, </a:t>
            </a:r>
            <a:r>
              <a:rPr lang="pl-PL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316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72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Igsoon Ko Ipaambit Na Ang Kinabuhi Mo,</vt:lpstr>
      <vt:lpstr>Ang Mga Hiyas Mo Palamboa, Gikan Sa Langit Nga Mga Gasa</vt:lpstr>
      <vt:lpstr>Segi Na Gamita Na Kining Maong Gasa Kining Tanan Inuslan Lang Arun</vt:lpstr>
      <vt:lpstr>Mapalambo Ang Kalibutan Higala Hinumdumi Ang Kahitas-an</vt:lpstr>
      <vt:lpstr>Mohatag Sa Nagkugi Mosilot Sa Nagsayang Niining Maong Bahandi.</vt:lpstr>
      <vt:lpstr>Segi Na Gamita Na Kining Maong Gasa Kining Tanan Inuslan Lang</vt:lpstr>
      <vt:lpstr>Arun,,,, Mapalambo Ang Kalibutan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6</cp:revision>
  <dcterms:created xsi:type="dcterms:W3CDTF">2025-01-20T04:39:07Z</dcterms:created>
  <dcterms:modified xsi:type="dcterms:W3CDTF">2025-07-27T01:06:33Z</dcterms:modified>
</cp:coreProperties>
</file>