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84" r:id="rId3"/>
    <p:sldId id="285" r:id="rId4"/>
    <p:sldId id="286" r:id="rId5"/>
    <p:sldId id="287" r:id="rId6"/>
    <p:sldId id="428" r:id="rId7"/>
    <p:sldId id="42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-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023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Napuno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Ako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3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Nakita Ko Ang Mga Buhat Mo</a:t>
            </a:r>
            <a:b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Nadungog Huni Sa Gugma Mo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143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7160" y="152400"/>
            <a:ext cx="11858625" cy="6557963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Gihapuhap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Ako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Hangin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Kalami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Gasa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Nasimhot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 Ang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Kabulakan</a:t>
            </a:r>
            <a:endParaRPr lang="en-US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428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101310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 Puno Sa Mga Pag Pangga Mo</a:t>
            </a:r>
            <a:b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Bisan Unsay Buhaton Ko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561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9453" y="11516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sv-SE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 Katugbangan Ang Kaayo Mo</a:t>
            </a:r>
            <a:endParaRPr lang="en-US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859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3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10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10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Pagkadalaygon</a:t>
            </a:r>
            <a:r>
              <a:rPr lang="en-US" sz="10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  <a:br>
              <a:rPr lang="en-US" sz="10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Way </a:t>
            </a:r>
            <a:r>
              <a:rPr lang="en-US" sz="10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Puas</a:t>
            </a:r>
            <a:r>
              <a:rPr lang="en-US" sz="10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0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Grasya</a:t>
            </a:r>
            <a:r>
              <a:rPr lang="en-US" sz="10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10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Nadawat</a:t>
            </a:r>
            <a:r>
              <a:rPr lang="en-US" sz="10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</a:t>
            </a:r>
          </a:p>
        </p:txBody>
      </p:sp>
    </p:spTree>
    <p:extLst>
      <p:ext uri="{BB962C8B-B14F-4D97-AF65-F5344CB8AC3E}">
        <p14:creationId xmlns:p14="http://schemas.microsoft.com/office/powerpoint/2010/main" val="1507538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7160" y="152400"/>
            <a:ext cx="11858625" cy="6557963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Daghang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Salamat Sa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 May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Gikinahanglan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Ko</a:t>
            </a:r>
          </a:p>
        </p:txBody>
      </p:sp>
    </p:spTree>
    <p:extLst>
      <p:ext uri="{BB962C8B-B14F-4D97-AF65-F5344CB8AC3E}">
        <p14:creationId xmlns:p14="http://schemas.microsoft.com/office/powerpoint/2010/main" val="4282573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70</Words>
  <Application>Microsoft Office PowerPoint</Application>
  <PresentationFormat>Widescreen</PresentationFormat>
  <Paragraphs>9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Nakita Ko Ang Mga Buhat Mo Nadungog Huni Sa Gugma Mo</vt:lpstr>
      <vt:lpstr>Gihapuhap Ako Sa Hangin Kalami Sa Mga Gasa Mo Nasimhot Ko Ang Kabulakan</vt:lpstr>
      <vt:lpstr>Nga Puno Sa Mga Pag Pangga Mo Bisan Unsay Buhaton Ko</vt:lpstr>
      <vt:lpstr>Di Katugbangan Ang Kaayo Mo</vt:lpstr>
      <vt:lpstr>O Ginoo Pagkadalaygon Mo Way Puas Ang Grasya Nga Nadawat Ko</vt:lpstr>
      <vt:lpstr>Daghang Salamat Sa Gugma Mo Unsa Pa May Gikinahanglan Ko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Dood</cp:lastModifiedBy>
  <cp:revision>9</cp:revision>
  <dcterms:created xsi:type="dcterms:W3CDTF">2025-01-20T04:39:07Z</dcterms:created>
  <dcterms:modified xsi:type="dcterms:W3CDTF">2026-02-15T01:23:27Z</dcterms:modified>
</cp:coreProperties>
</file>