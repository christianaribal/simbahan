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84" r:id="rId3"/>
    <p:sldId id="285" r:id="rId4"/>
    <p:sldId id="286" r:id="rId5"/>
    <p:sldId id="287" r:id="rId6"/>
    <p:sldId id="428" r:id="rId7"/>
    <p:sldId id="451" r:id="rId8"/>
    <p:sldId id="452" r:id="rId9"/>
    <p:sldId id="457" r:id="rId10"/>
    <p:sldId id="45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60BF0-D007-460F-BF20-9BF0E803D277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5CDA7-2137-46DC-A3BF-6A761DA7A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22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E476-709A-4DF5-AD86-25EC44A13D4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1BE476-709A-4DF5-AD86-25EC44A13D4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729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Give Thanks</a:t>
            </a: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6503" y="128361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Give Thanks With A Grateful Heart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Give Thanks To The Holy One</a:t>
            </a:r>
          </a:p>
        </p:txBody>
      </p:sp>
    </p:spTree>
    <p:extLst>
      <p:ext uri="{BB962C8B-B14F-4D97-AF65-F5344CB8AC3E}">
        <p14:creationId xmlns:p14="http://schemas.microsoft.com/office/powerpoint/2010/main" val="2665143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37160" y="152400"/>
            <a:ext cx="11858625" cy="6557963"/>
          </a:xfrm>
        </p:spPr>
        <p:txBody>
          <a:bodyPr anchor="ctr" anchorCtr="0">
            <a:noAutofit/>
          </a:bodyPr>
          <a:lstStyle/>
          <a:p>
            <a:pPr algn="ctr"/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Give Thanks Because His Given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Jesus Christ His Son</a:t>
            </a:r>
          </a:p>
        </p:txBody>
      </p:sp>
    </p:spTree>
    <p:extLst>
      <p:ext uri="{BB962C8B-B14F-4D97-AF65-F5344CB8AC3E}">
        <p14:creationId xmlns:p14="http://schemas.microsoft.com/office/powerpoint/2010/main" val="2141428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2" y="101310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Now Let The Weak Say I Am Strong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 The Poor Say I Am Rich</a:t>
            </a:r>
          </a:p>
        </p:txBody>
      </p:sp>
    </p:spTree>
    <p:extLst>
      <p:ext uri="{BB962C8B-B14F-4D97-AF65-F5344CB8AC3E}">
        <p14:creationId xmlns:p14="http://schemas.microsoft.com/office/powerpoint/2010/main" val="1342561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29453" y="11516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Because Of What The Lord Has Done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His,, Give Thanks</a:t>
            </a:r>
          </a:p>
        </p:txBody>
      </p:sp>
    </p:spTree>
    <p:extLst>
      <p:ext uri="{BB962C8B-B14F-4D97-AF65-F5344CB8AC3E}">
        <p14:creationId xmlns:p14="http://schemas.microsoft.com/office/powerpoint/2010/main" val="3977859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6503" y="128361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Give Thanks---give Thanks---give Thanks</a:t>
            </a:r>
          </a:p>
        </p:txBody>
      </p:sp>
    </p:spTree>
    <p:extLst>
      <p:ext uri="{BB962C8B-B14F-4D97-AF65-F5344CB8AC3E}">
        <p14:creationId xmlns:p14="http://schemas.microsoft.com/office/powerpoint/2010/main" val="1507538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6503" y="128361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Give Thanks With A Grateful Heart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Give Thanks To The Holy One</a:t>
            </a:r>
          </a:p>
        </p:txBody>
      </p:sp>
    </p:spTree>
    <p:extLst>
      <p:ext uri="{BB962C8B-B14F-4D97-AF65-F5344CB8AC3E}">
        <p14:creationId xmlns:p14="http://schemas.microsoft.com/office/powerpoint/2010/main" val="2255445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37160" y="152400"/>
            <a:ext cx="11858625" cy="6557963"/>
          </a:xfrm>
        </p:spPr>
        <p:txBody>
          <a:bodyPr anchor="ctr" anchorCtr="0">
            <a:noAutofit/>
          </a:bodyPr>
          <a:lstStyle/>
          <a:p>
            <a:pPr algn="ctr"/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Give Thanks Because His Given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Jesus Christ His Son</a:t>
            </a:r>
          </a:p>
        </p:txBody>
      </p:sp>
    </p:spTree>
    <p:extLst>
      <p:ext uri="{BB962C8B-B14F-4D97-AF65-F5344CB8AC3E}">
        <p14:creationId xmlns:p14="http://schemas.microsoft.com/office/powerpoint/2010/main" val="3454013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57162" y="101310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Now Let The Weak Say I Am Strong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 The Poor Say I Am Rich</a:t>
            </a:r>
          </a:p>
        </p:txBody>
      </p:sp>
    </p:spTree>
    <p:extLst>
      <p:ext uri="{BB962C8B-B14F-4D97-AF65-F5344CB8AC3E}">
        <p14:creationId xmlns:p14="http://schemas.microsoft.com/office/powerpoint/2010/main" val="969137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29453" y="115166"/>
            <a:ext cx="11858625" cy="6557963"/>
          </a:xfrm>
        </p:spPr>
        <p:txBody>
          <a:bodyPr anchor="ctr">
            <a:noAutofit/>
          </a:bodyPr>
          <a:lstStyle/>
          <a:p>
            <a:pPr algn="ctr"/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Because Of What The Lord Has Done</a:t>
            </a:r>
            <a:b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His,, Give Thanks</a:t>
            </a:r>
          </a:p>
        </p:txBody>
      </p:sp>
    </p:spTree>
    <p:extLst>
      <p:ext uri="{BB962C8B-B14F-4D97-AF65-F5344CB8AC3E}">
        <p14:creationId xmlns:p14="http://schemas.microsoft.com/office/powerpoint/2010/main" val="11584457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118</Words>
  <Application>Microsoft Office PowerPoint</Application>
  <PresentationFormat>Widescreen</PresentationFormat>
  <Paragraphs>12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PowerPoint Presentation</vt:lpstr>
      <vt:lpstr>Give Thanks With A Grateful Heart Give Thanks To The Holy One</vt:lpstr>
      <vt:lpstr>Give Thanks Because His Given Jesus Christ His Son</vt:lpstr>
      <vt:lpstr>And Now Let The Weak Say I Am Strong Let The Poor Say I Am Rich</vt:lpstr>
      <vt:lpstr>Because Of What The Lord Has Done For His,, Give Thanks</vt:lpstr>
      <vt:lpstr>Give Thanks---give Thanks---give Thanks</vt:lpstr>
      <vt:lpstr>Give Thanks With A Grateful Heart Give Thanks To The Holy One</vt:lpstr>
      <vt:lpstr>Give Thanks Because His Given Jesus Christ His Son</vt:lpstr>
      <vt:lpstr>And Now Let The Weak Say I Am Strong Let The Poor Say I Am Rich</vt:lpstr>
      <vt:lpstr>Because Of What The Lord Has Done For His,, Give 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7</cp:revision>
  <dcterms:created xsi:type="dcterms:W3CDTF">2025-01-20T04:39:07Z</dcterms:created>
  <dcterms:modified xsi:type="dcterms:W3CDTF">2025-02-15T11:37:04Z</dcterms:modified>
</cp:coreProperties>
</file>