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604" r:id="rId7"/>
    <p:sldId id="605" r:id="rId8"/>
    <p:sldId id="606" r:id="rId9"/>
    <p:sldId id="607" r:id="rId10"/>
    <p:sldId id="608" r:id="rId11"/>
    <p:sldId id="609" r:id="rId12"/>
    <p:sldId id="610" r:id="rId13"/>
    <p:sldId id="611" r:id="rId14"/>
    <p:sldId id="612" r:id="rId15"/>
    <p:sldId id="61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Buta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Pagkadaghan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nahigmata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nangandoy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matulog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81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kay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matam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ang mag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damgo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dili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tinood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28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8136" y="142875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saksi sa kamatuoran</a:t>
            </a:r>
            <a:b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 piyong lang kasagaran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073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mag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antos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pasipad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kaangayan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331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buta gikan sa pagpakabana</a:t>
            </a:r>
            <a:br>
              <a:rPr lang="sv-S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buta kita sa luha</a:t>
            </a:r>
            <a:endParaRPr lang="en-US" sz="98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234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way pulos ang hayag sa atong mga mata</a:t>
            </a:r>
            <a:endParaRPr lang="en-US" sz="98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933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kong sa kasing kasing magpabilin tang buta</a:t>
            </a:r>
            <a:endParaRPr lang="en-US" sz="98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277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kung ikaw ang nagasaksi </a:t>
            </a:r>
            <a:br>
              <a:rPr lang="sv-S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mga pag antos sa uban</a:t>
            </a:r>
            <a:endParaRPr lang="en-US" sz="98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544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de-D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nganung dili ka mo sulti</a:t>
            </a:r>
            <a:br>
              <a:rPr lang="de-D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nganung wa kay baruganan</a:t>
            </a:r>
            <a:endParaRPr lang="en-US" sz="98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399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de-D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saksi sa kamatuoran </a:t>
            </a:r>
            <a:br>
              <a:rPr lang="de-D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 piyong lang kasagaran</a:t>
            </a:r>
            <a:endParaRPr lang="en-US" sz="98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866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de-D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mo antos lang nga pasipad-an</a:t>
            </a:r>
            <a:br>
              <a:rPr lang="de-D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gugma ug kaagayan</a:t>
            </a:r>
            <a:endParaRPr lang="en-US" sz="98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530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buta gikan sa pagpakabana</a:t>
            </a:r>
            <a:br>
              <a:rPr lang="sv-S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buta kita sa luha</a:t>
            </a:r>
            <a:endParaRPr lang="en-US" sz="98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467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way pulos ang hayag sa atong mga mata</a:t>
            </a:r>
            <a:endParaRPr lang="en-US" sz="98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154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kong sa kasing kasing magpabilin tang buta</a:t>
            </a:r>
            <a:endParaRPr lang="en-US" sz="98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756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132</Words>
  <Application>Microsoft Office PowerPoint</Application>
  <PresentationFormat>Widescreen</PresentationFormat>
  <Paragraphs>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Pagkadaghan sa nahigmata nga nangandoy nga matulog</vt:lpstr>
      <vt:lpstr>kay matam is ang mag damgo sa mga dili tinood</vt:lpstr>
      <vt:lpstr>ang saksi sa kamatuoran mo piyong lang kasagaran</vt:lpstr>
      <vt:lpstr>ug mag antos lang nga pasipad an ang gugma nga kaangayan</vt:lpstr>
      <vt:lpstr>buta gikan sa pagpakabana buta kita sa luha</vt:lpstr>
      <vt:lpstr>ug way pulos ang hayag sa atong mga mata</vt:lpstr>
      <vt:lpstr>kong sa kasing kasing magpabilin tang buta</vt:lpstr>
      <vt:lpstr>kung ikaw ang nagasaksi  sa mga pag antos sa uban</vt:lpstr>
      <vt:lpstr>nganung dili ka mo sulti nganung wa kay baruganan</vt:lpstr>
      <vt:lpstr>ang saksi sa kamatuoran  mo piyong lang kasagaran</vt:lpstr>
      <vt:lpstr>ug mo antos lang nga pasipad-an ang gugma ug kaagayan</vt:lpstr>
      <vt:lpstr>buta gikan sa pagpakabana buta kita sa luha</vt:lpstr>
      <vt:lpstr>ug way pulos ang hayag sa atong mga mata</vt:lpstr>
      <vt:lpstr>kong sa kasing kasing magpabilin tang buta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4</cp:revision>
  <dcterms:created xsi:type="dcterms:W3CDTF">2025-01-20T04:39:07Z</dcterms:created>
  <dcterms:modified xsi:type="dcterms:W3CDTF">2026-02-28T07:13:08Z</dcterms:modified>
</cp:coreProperties>
</file>