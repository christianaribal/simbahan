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Lungsod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Pinili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Atong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Daygon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Paghigugma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Ipdayon</a:t>
            </a:r>
            <a:endParaRPr lang="en-US" sz="8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Dali Ug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Dayon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Igsoon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Magsaulog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Karon</a:t>
            </a:r>
          </a:p>
        </p:txBody>
      </p:sp>
    </p:spTree>
    <p:extLst>
      <p:ext uri="{BB962C8B-B14F-4D97-AF65-F5344CB8AC3E}">
        <p14:creationId xmlns:p14="http://schemas.microsoft.com/office/powerpoint/2010/main" val="2151910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Chorus:</a:t>
            </a:r>
          </a:p>
          <a:p>
            <a:pPr algn="ctr"/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Katawhan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Pinili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Pasalamati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Atong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Hari</a:t>
            </a:r>
          </a:p>
          <a:p>
            <a:pPr algn="ctr"/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Imantala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Iyang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Ngalan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Kasing-kasing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Katawhan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739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Katawhan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Pinili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Pasalamati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Atong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Hari</a:t>
            </a:r>
          </a:p>
          <a:p>
            <a:pPr algn="ctr"/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Imantala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Iyang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Ngalan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Kasing-kasing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Katawhan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873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49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7</cp:revision>
  <dcterms:created xsi:type="dcterms:W3CDTF">2025-01-20T04:39:07Z</dcterms:created>
  <dcterms:modified xsi:type="dcterms:W3CDTF">2025-02-16T01:14:12Z</dcterms:modified>
</cp:coreProperties>
</file>