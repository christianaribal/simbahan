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1" r:id="rId4"/>
    <p:sldId id="262" r:id="rId5"/>
    <p:sldId id="391" r:id="rId6"/>
    <p:sldId id="263" r:id="rId7"/>
    <p:sldId id="381" r:id="rId8"/>
    <p:sldId id="385" r:id="rId9"/>
    <p:sldId id="392" r:id="rId10"/>
    <p:sldId id="393" r:id="rId11"/>
    <p:sldId id="394" r:id="rId12"/>
    <p:sldId id="395" r:id="rId13"/>
    <p:sldId id="396" r:id="rId14"/>
    <p:sldId id="397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Nasayud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Ba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 Asa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Padulngan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Dinhis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Lumalabay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Lang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Naninguha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Bas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Sud-onga Ang Imong Mga Buhat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 Ba Ang Imong Nahatag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Dinhis Kalibutan Lumalabay Ka Lang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Paninguhas Imong Kaluwasan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9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Nalantaw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Ba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Kasakit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Gumikan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Sala</a:t>
            </a: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Napatalinghug Ka Ba</a:t>
            </a:r>
            <a:br>
              <a:rPr lang="it-IT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Inagulo Sa Imong Igsoon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Nasayud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Ba 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Padulngan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414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Nasayud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Ba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 Asa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Padulngan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13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Dinhis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Lumalabay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Lang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Naninguha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Bas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682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Sud-onga Ang Imong Mga Buhat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 Ba Ang Imong Nahatag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64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Dinhis Kalibutan Lumalabay Ka Lang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Paninguhas Imong Kaluwasan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42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Nalantaw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 Ba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Kangitngit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Gumikan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Sala</a:t>
            </a:r>
          </a:p>
        </p:txBody>
      </p:sp>
    </p:spTree>
    <p:extLst>
      <p:ext uri="{BB962C8B-B14F-4D97-AF65-F5344CB8AC3E}">
        <p14:creationId xmlns:p14="http://schemas.microsoft.com/office/powerpoint/2010/main" val="3175228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it-IT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Napatalinghug Ka Ba</a:t>
            </a:r>
            <a:br>
              <a:rPr lang="it-IT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Inagulo Sa Imong Igsoon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719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Nasayud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 Ba 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Padulngan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77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142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Hoy Tawo Nasayud Ka Ba Kon Asa Ang Imong Padulngan</vt:lpstr>
      <vt:lpstr>Dinhis Kalibutan Lumalabay Ka Lang Naninguha Ka Bas Kaluwasan</vt:lpstr>
      <vt:lpstr>Sud-onga Ang Imong Mga Buhat Kalipay Ba Ang Imong Nahatag</vt:lpstr>
      <vt:lpstr>Dinhis Kalibutan Lumalabay Ka Lang Paninguhas Imong Kaluwasan</vt:lpstr>
      <vt:lpstr>Hoy Tawo Nalantaw Mo Ba Ang Kasakit Gumikan Sa Sala</vt:lpstr>
      <vt:lpstr>Napatalinghug Ka Ba Sa Inagulo Sa Imong Igsoon</vt:lpstr>
      <vt:lpstr>Hoy Tawo Nasayud Ka Ba  Sa Imong Padulngan</vt:lpstr>
      <vt:lpstr>Hoy Tawo Nasayud Ka Ba Kon Asa Ang Imong Padulngan</vt:lpstr>
      <vt:lpstr>Dinhis Kalibutan Lumalabay Ka Lang Naninguha Ka Bas Kaluwasan</vt:lpstr>
      <vt:lpstr>Sud-onga Ang Imong Mga Buhat Kalipay Ba Ang Imong Nahatag</vt:lpstr>
      <vt:lpstr>Dinhis Kalibutan Lumalabay Ka Lang Paninguhas Imong Kaluwasan</vt:lpstr>
      <vt:lpstr>Hoy Tawo Nalantaw Mo Ba Ang Kangitngit Gumikan Sa Sala</vt:lpstr>
      <vt:lpstr>Napatalinghug Ka Ba Sa Inagulo Sa Imong Igsoon</vt:lpstr>
      <vt:lpstr>Hoy Tawo Nasayud Ka Ba  Sa Imong Padulngan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2025-03-09T02:33:46Z</dcterms:modified>
</cp:coreProperties>
</file>