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515" r:id="rId6"/>
    <p:sldId id="261" r:id="rId7"/>
    <p:sldId id="262" r:id="rId8"/>
    <p:sldId id="518" r:id="rId9"/>
    <p:sldId id="519" r:id="rId10"/>
    <p:sldId id="517" r:id="rId11"/>
    <p:sldId id="52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EB89B5-723F-438E-B782-076C7DBB2FB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A2BBD-8506-4F76-95EE-3CBFCB1F9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215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f8fd32eb22_1_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2f8fd32eb22_1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f8fd32eb22_1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2f8fd32eb22_1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f8fd32eb22_1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2f8fd32eb22_1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45486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8fd32eb22_1_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8fd32eb22_1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f8fd32eb22_1_1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g2f8fd32eb22_1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f8fd32eb22_1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2f8fd32eb22_1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74091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f8fd32eb22_1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2f8fd32eb22_1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82825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f8fd32eb22_1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2f8fd32eb22_1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52139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f8fd32eb22_1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2f8fd32eb22_1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4476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Pangandam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11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</a:t>
            </a:r>
            <a:r>
              <a:rPr lang="en-US" sz="115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Matag</a:t>
            </a:r>
            <a:r>
              <a:rPr lang="en-US" sz="11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15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Takna</a:t>
            </a:r>
            <a:r>
              <a:rPr lang="en-US" sz="11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15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Bulawanon</a:t>
            </a:r>
            <a:br>
              <a:rPr lang="en-US" sz="11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1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</a:t>
            </a:r>
            <a:r>
              <a:rPr lang="en-US" sz="115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Matag</a:t>
            </a:r>
            <a:r>
              <a:rPr lang="en-US" sz="11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15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Gotlo</a:t>
            </a:r>
            <a:r>
              <a:rPr lang="en-US" sz="11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15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Higayon</a:t>
            </a:r>
            <a:endParaRPr lang="en-US" sz="115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11733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</a:t>
            </a:r>
            <a:r>
              <a:rPr lang="en-US" sz="11733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Pangandam</a:t>
            </a:r>
            <a:r>
              <a:rPr lang="en-US" sz="11733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Pag-</a:t>
            </a:r>
            <a:r>
              <a:rPr lang="en-US" sz="11733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abot</a:t>
            </a:r>
            <a:br>
              <a:rPr lang="en-US" sz="11733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1733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 Jesus Ang Hari Sa </a:t>
            </a:r>
            <a:r>
              <a:rPr lang="en-US" sz="11733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Langit</a:t>
            </a:r>
            <a:r>
              <a:rPr lang="en-US" sz="11733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Ug Yuta.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>
            <a:spLocks noGrp="1"/>
          </p:cNvSpPr>
          <p:nvPr>
            <p:ph type="title"/>
          </p:nvPr>
        </p:nvSpPr>
        <p:spPr>
          <a:xfrm>
            <a:off x="128134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pt-BR" sz="11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Mangandam, Mangandam Na Kita</a:t>
            </a:r>
            <a:br>
              <a:rPr lang="pt-BR" sz="11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11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Kay Si Kristo Taliabot Na</a:t>
            </a:r>
            <a:endParaRPr lang="sv-SE" sz="11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>
            <a:spLocks noGrp="1"/>
          </p:cNvSpPr>
          <p:nvPr>
            <p:ph type="title"/>
          </p:nvPr>
        </p:nvSpPr>
        <p:spPr>
          <a:xfrm>
            <a:off x="128134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fi-FI" sz="1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Dili Peho Kon Kanos-a</a:t>
            </a:r>
            <a:br>
              <a:rPr lang="fi-FI" sz="1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fi-FI" sz="1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Busa Magtukaw Kita</a:t>
            </a:r>
            <a:endParaRPr lang="sv-SE" sz="12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34196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sv-SE" sz="12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Hawanan Tang Agianan</a:t>
            </a:r>
            <a:br>
              <a:rPr lang="sv-SE" sz="12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sv-SE" sz="12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Tol-iron Ang Kadalanan</a:t>
            </a:r>
            <a:endParaRPr lang="en-US" sz="128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sv-SE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Kasing2x Ta Ablihan</a:t>
            </a:r>
            <a:br>
              <a:rPr lang="sv-SE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sv-SE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Pasudlon Ta Ang Hari Sa </a:t>
            </a:r>
            <a:br>
              <a:rPr lang="sv-SE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sv-SE" sz="106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Nga Tanan.</a:t>
            </a:r>
            <a:endParaRPr lang="en-US" sz="10666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>
            <a:spLocks noGrp="1"/>
          </p:cNvSpPr>
          <p:nvPr>
            <p:ph type="title"/>
          </p:nvPr>
        </p:nvSpPr>
        <p:spPr>
          <a:xfrm>
            <a:off x="128134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pt-BR" sz="11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Mangandam, Mangandam Na Kita</a:t>
            </a:r>
            <a:br>
              <a:rPr lang="pt-BR" sz="11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11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Kay Si Kristo Taliabot Na</a:t>
            </a:r>
            <a:endParaRPr lang="sv-SE" sz="11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7330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>
            <a:spLocks noGrp="1"/>
          </p:cNvSpPr>
          <p:nvPr>
            <p:ph type="title"/>
          </p:nvPr>
        </p:nvSpPr>
        <p:spPr>
          <a:xfrm>
            <a:off x="128134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fi-FI" sz="1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Dili Peho Kon Kanos-a</a:t>
            </a:r>
            <a:br>
              <a:rPr lang="fi-FI" sz="1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fi-FI" sz="1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Busa Magtukaw Kita</a:t>
            </a:r>
            <a:endParaRPr lang="sv-SE" sz="12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06312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>
            <a:spLocks noGrp="1"/>
          </p:cNvSpPr>
          <p:nvPr>
            <p:ph type="title"/>
          </p:nvPr>
        </p:nvSpPr>
        <p:spPr>
          <a:xfrm>
            <a:off x="128134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sv-SE" sz="1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Hawanan Tang Agianan</a:t>
            </a:r>
            <a:br>
              <a:rPr lang="sv-SE" sz="1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sv-SE" sz="1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Tol-iron </a:t>
            </a:r>
            <a:r>
              <a:rPr lang="sv-SE" sz="1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Kadalanan</a:t>
            </a:r>
          </a:p>
        </p:txBody>
      </p:sp>
    </p:spTree>
    <p:extLst>
      <p:ext uri="{BB962C8B-B14F-4D97-AF65-F5344CB8AC3E}">
        <p14:creationId xmlns:p14="http://schemas.microsoft.com/office/powerpoint/2010/main" val="1289662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>
            <a:spLocks noGrp="1"/>
          </p:cNvSpPr>
          <p:nvPr>
            <p:ph type="title"/>
          </p:nvPr>
        </p:nvSpPr>
        <p:spPr>
          <a:xfrm>
            <a:off x="128134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sv-SE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kasing2x ta ablihan</a:t>
            </a:r>
            <a:br>
              <a:rPr lang="sv-SE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sv-SE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pasudlon ta ang hari sa </a:t>
            </a:r>
            <a:br>
              <a:rPr lang="sv-SE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sv-SE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nga tanan.</a:t>
            </a:r>
          </a:p>
        </p:txBody>
      </p:sp>
    </p:spTree>
    <p:extLst>
      <p:ext uri="{BB962C8B-B14F-4D97-AF65-F5344CB8AC3E}">
        <p14:creationId xmlns:p14="http://schemas.microsoft.com/office/powerpoint/2010/main" val="4133819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103</Words>
  <Application>Microsoft Office PowerPoint</Application>
  <PresentationFormat>Widescreen</PresentationFormat>
  <Paragraphs>11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Ang Matag Takna Bulawanon Ang Matag Gotlo Higayon</vt:lpstr>
      <vt:lpstr>Sa Pangandam Sa Pag-abot Ni Jesus Ang Hari Sa Langit Ug Yuta.</vt:lpstr>
      <vt:lpstr>Mangandam, Mangandam Na Kita Kay Si Kristo Taliabot Na</vt:lpstr>
      <vt:lpstr>Dili Peho Kon Kanos-a Busa Magtukaw Kita</vt:lpstr>
      <vt:lpstr>Hawanan Tang Agianan Tol-iron Ang Kadalanan</vt:lpstr>
      <vt:lpstr>Kasing2x Ta Ablihan Pasudlon Ta Ang Hari Sa  Nga Tanan.</vt:lpstr>
      <vt:lpstr>Mangandam, Mangandam Na Kita Kay Si Kristo Taliabot Na</vt:lpstr>
      <vt:lpstr>Dili Peho Kon Kanos-a Busa Magtukaw Kita</vt:lpstr>
      <vt:lpstr>Hawanan Tang Agianan Tol-iron Ang Kadalanan</vt:lpstr>
      <vt:lpstr>kasing2x ta ablihan pasudlon ta ang hari sa  nga tanan.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Dood</cp:lastModifiedBy>
  <cp:revision>4</cp:revision>
  <dcterms:created xsi:type="dcterms:W3CDTF">2025-01-20T04:39:07Z</dcterms:created>
  <dcterms:modified xsi:type="dcterms:W3CDTF">2025-11-29T22:14:25Z</dcterms:modified>
</cp:coreProperties>
</file>