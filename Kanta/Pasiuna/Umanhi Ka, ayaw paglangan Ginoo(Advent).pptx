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554" r:id="rId7"/>
    <p:sldId id="555" r:id="rId8"/>
    <p:sldId id="578" r:id="rId9"/>
    <p:sldId id="5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539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5613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9131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8530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 err="1">
                <a:ea typeface="Calibri"/>
                <a:cs typeface="Calibri"/>
                <a:sym typeface="Calibri"/>
              </a:rPr>
              <a:t>Umanhi</a:t>
            </a:r>
            <a:r>
              <a:rPr lang="en-US" sz="4000" dirty="0">
                <a:ea typeface="Calibri"/>
                <a:cs typeface="Calibri"/>
                <a:sym typeface="Calibri"/>
              </a:rPr>
              <a:t> Ka, </a:t>
            </a:r>
            <a:r>
              <a:rPr lang="en-US" sz="4000" dirty="0" err="1">
                <a:ea typeface="Calibri"/>
                <a:cs typeface="Calibri"/>
                <a:sym typeface="Calibri"/>
              </a:rPr>
              <a:t>ayaw</a:t>
            </a:r>
            <a:r>
              <a:rPr lang="en-US" sz="4000" dirty="0">
                <a:ea typeface="Calibri"/>
                <a:cs typeface="Calibri"/>
                <a:sym typeface="Calibri"/>
              </a:rPr>
              <a:t> </a:t>
            </a:r>
            <a:r>
              <a:rPr lang="en-US" sz="4000" dirty="0" err="1">
                <a:ea typeface="Calibri"/>
                <a:cs typeface="Calibri"/>
                <a:sym typeface="Calibri"/>
              </a:rPr>
              <a:t>paglangan</a:t>
            </a:r>
            <a:r>
              <a:rPr lang="en-US" sz="4000" dirty="0">
                <a:ea typeface="Calibri"/>
                <a:cs typeface="Calibri"/>
                <a:sym typeface="Calibri"/>
              </a:rPr>
              <a:t> </a:t>
            </a:r>
            <a:r>
              <a:rPr lang="en-US" sz="4000" dirty="0" err="1">
                <a:ea typeface="Calibri"/>
                <a:cs typeface="Calibri"/>
                <a:sym typeface="Calibri"/>
              </a:rPr>
              <a:t>Ginoo</a:t>
            </a:r>
            <a:endParaRPr lang="en-US" sz="4000" dirty="0"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Ayaw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Paglangan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Among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Kasing-kasing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Nagahulat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endParaRPr lang="en-US" sz="9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Ug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Iamdagi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Kadulum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Kanasuran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Nagmasulob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Pagdumot Ug Ang Pagkamapahitas-on</a:t>
            </a:r>
            <a:b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Nagdala Kanamo Sa Dakung Kapildihan.</a:t>
            </a:r>
            <a:endParaRPr lang="sv-SE" sz="9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E6E10F-B706-4509-BDEB-0C72EF4B9744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Among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Gilauman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Luwasa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Kami 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Kadautan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554697-F705-4E06-9639-DFB27226E77D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Ayaw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Paglangan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Among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Kasing-kasang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Nagatu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-aw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endParaRPr lang="en-US" sz="9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66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Tuburan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Kaayo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Among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Kabubut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-on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Lig-onon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Mo.</a:t>
            </a:r>
          </a:p>
        </p:txBody>
      </p:sp>
    </p:spTree>
    <p:extLst>
      <p:ext uri="{BB962C8B-B14F-4D97-AF65-F5344CB8AC3E}">
        <p14:creationId xmlns:p14="http://schemas.microsoft.com/office/powerpoint/2010/main" val="3372803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Pagdumot Ug Ang Pagkamapahitas-on</a:t>
            </a:r>
            <a:b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Nagdala Kanamo Sa Dakung Kapildihan.</a:t>
            </a:r>
            <a:endParaRPr lang="sv-SE" sz="9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E6E10F-B706-4509-BDEB-0C72EF4B9744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51448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Among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Gilauman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Luwasa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Kami 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Kadautan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554697-F705-4E06-9639-DFB27226E77D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436384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109</Words>
  <Application>Microsoft Office PowerPoint</Application>
  <PresentationFormat>Widescreen</PresentationFormat>
  <Paragraphs>13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Umanhi Ka, Ayaw Paglangan Ginoo Ang Among Kasing-kasing Nagahulat Kanimo</vt:lpstr>
      <vt:lpstr>Umanhi Ka, Ug Iamdagi King Kadulum Ang Mga Kanasuran Nagmasulob-on</vt:lpstr>
      <vt:lpstr>Ang Pagdumot Ug Ang Pagkamapahitas-on Nagdala Kanamo Sa Dakung Kapildihan.</vt:lpstr>
      <vt:lpstr>Umanhi Ka, Ikaw Ang Among Gilauman Luwasa Kami Sa Kadautan.</vt:lpstr>
      <vt:lpstr>Umanhi Ka, Ayaw Paglangan Ginoo Ang Among Kasing-kasang Nagatu-aw Kanimo</vt:lpstr>
      <vt:lpstr>Umanhi Ka, Tuburan Sa Kaayo Ang Among Kabubut-on Lig-onon Mo.</vt:lpstr>
      <vt:lpstr>Ang Pagdumot Ug Ang Pagkamapahitas-on Nagdala Kanamo Sa Dakung Kapildihan.</vt:lpstr>
      <vt:lpstr>Umanhi Ka, Ikaw Ang Among Gilauman Luwasa Kami Sa Kadautan.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2025-01-20T04:39:07Z</dcterms:created>
  <dcterms:modified xsi:type="dcterms:W3CDTF">2025-02-15T12:10:26Z</dcterms:modified>
</cp:coreProperties>
</file>