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588" r:id="rId6"/>
    <p:sldId id="589" r:id="rId7"/>
    <p:sldId id="261" r:id="rId8"/>
    <p:sldId id="590" r:id="rId9"/>
    <p:sldId id="5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6636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6758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5200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640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Paglipay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Kamo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Lungsod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Diha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Usbon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 Pag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Ingon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Kay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Hapit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Moabot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E9F52D-179F-4B29-998D-378968D1EDA1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it-IT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Nagkahiduol Ka Na O Among Ginoo</a:t>
            </a:r>
            <a:br>
              <a:rPr lang="it-IT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-IT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Malipayo Kami Sa Pagpa-abot Kanimo.</a:t>
            </a:r>
            <a:endParaRPr lang="sv-SE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C84989-2E7A-47EC-BE2A-1ACC48DA9DEA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Refrain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Lungsod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Diha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Usbon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 Pag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Ingon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867316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Kay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Hapit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Moabot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E9F52D-179F-4B29-998D-378968D1EDA1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727035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Kasuguan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Gasa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Kahingpitan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Pagbuot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Lungtad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Kahangturan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Lungsod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Diha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Usbon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 Pag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Ingon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414446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Kay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Hapit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Moabot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E9F52D-179F-4B29-998D-378968D1EDA1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183220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100</Words>
  <Application>Microsoft Office PowerPoint</Application>
  <PresentationFormat>Widescreen</PresentationFormat>
  <Paragraphs>16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Paglipay Kamo O Lungsod Diha Sa Ginoo Usbon Ko Pag Ingon</vt:lpstr>
      <vt:lpstr>Paglipay Kamo Kay Hapit Na Moabot Ang Atong Ginoo</vt:lpstr>
      <vt:lpstr>Nagkahiduol Ka Na O Among Ginoo Malipayo Kami Sa Pagpa-abot Kanimo.</vt:lpstr>
      <vt:lpstr>Paglipay Kamo O Lungsod Diha Sa Ginoo Usbon Ko Pag Ingon</vt:lpstr>
      <vt:lpstr>Paglipay Kamo Kay Hapit Na Moabot Ang Atong Ginoo</vt:lpstr>
      <vt:lpstr>Ang Imong Kasuguan Gasa Sa Kahingpitan Ang Imong Pagbuot Mo Lungtad Sa Kahangturan.</vt:lpstr>
      <vt:lpstr>Paglipay Kamo O Lungsod Diha Sa Ginoo Usbon Ko Pag Ingon</vt:lpstr>
      <vt:lpstr>Paglipay Kamo Kay Hapit Na Moabot Ang Atong Ginoo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chrizzchan98@gmail.com</cp:lastModifiedBy>
  <cp:revision>7</cp:revision>
  <dcterms:created xsi:type="dcterms:W3CDTF">2025-01-20T04:39:07Z</dcterms:created>
  <dcterms:modified xsi:type="dcterms:W3CDTF">2025-07-05T22:14:08Z</dcterms:modified>
</cp:coreProperties>
</file>