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664" r:id="rId3"/>
    <p:sldId id="665" r:id="rId4"/>
    <p:sldId id="666" r:id="rId5"/>
    <p:sldId id="667" r:id="rId6"/>
    <p:sldId id="693" r:id="rId7"/>
    <p:sldId id="69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3450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168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0825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9466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5045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9158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Tingog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Trompeta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Diha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Halaran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Daygon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Gahom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Tungod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Buhat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Kamot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73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Kahalangdon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390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Tingog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Trumpeta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Alpha Ug Lera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Tambor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Ug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Plahuta</a:t>
            </a:r>
            <a:endParaRPr lang="en-US" altLang="en-US" sz="8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431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Kaskasi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Sayawi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Siya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Lingganay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Patunuga</a:t>
            </a:r>
            <a:b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Piyang-piyang</a:t>
            </a:r>
            <a:r>
              <a:rPr lang="en-US" altLang="en-US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Pakagaya</a:t>
            </a:r>
            <a:endParaRPr lang="en-US" altLang="en-US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62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Tingog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Trumpeta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Alpha Ug Lera</a:t>
            </a:r>
            <a:b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Tambor</a:t>
            </a:r>
            <a:r>
              <a:rPr lang="en-US" altLang="en-US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Ug </a:t>
            </a:r>
            <a:r>
              <a:rPr lang="en-US" altLang="en-US" sz="8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Plahuta</a:t>
            </a:r>
            <a:endParaRPr lang="en-US" altLang="en-US" sz="8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95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45720" algn="ctr"/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Kaskasi</a:t>
            </a:r>
            <a:r>
              <a:rPr lang="en-US" alt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Tanan</a:t>
            </a:r>
            <a:r>
              <a:rPr lang="en-US" alt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Nga </a:t>
            </a:r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Adunay</a:t>
            </a:r>
            <a:r>
              <a:rPr lang="en-US" alt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Gininhawa</a:t>
            </a:r>
            <a:br>
              <a:rPr lang="en-US" alt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Dayga</a:t>
            </a:r>
            <a:r>
              <a:rPr lang="en-US" alt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US" alt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</a:t>
            </a:r>
            <a:endParaRPr lang="en-US" altLang="en-US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559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83</Words>
  <Application>Microsoft Office PowerPoint</Application>
  <PresentationFormat>Widescreen</PresentationFormat>
  <Paragraphs>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Diha Sa Halaran Daygon Ang Ginoo Sa Iyang Gahom Tungod Sa Buhat Sa Iyang Kamot</vt:lpstr>
      <vt:lpstr>Dayga Ang Ang Iyang Kahalangdon</vt:lpstr>
      <vt:lpstr>Dayga Sa Tingog Sa Trumpeta Dayga Sa Alpha Ug Lera Dayga Sa Tambor Ug Plahuta</vt:lpstr>
      <vt:lpstr>Kaskasi Sayawi Siya Ang Mga Lingganay Patunuga Ang Mga Piyang-piyang Pakagaya</vt:lpstr>
      <vt:lpstr>Dayga Sa Tingog Sa Trumpeta Dayga Sa Alpha Ug Lera Dayga Sa Tambor Ug Plahuta</vt:lpstr>
      <vt:lpstr>Kaskasi Tanan Nga Adunay Gininhawa Dayga Ang Ginoo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2025-01-20T04:39:07Z</dcterms:created>
  <dcterms:modified xsi:type="dcterms:W3CDTF">2025-02-15T11:44:30Z</dcterms:modified>
</cp:coreProperties>
</file>