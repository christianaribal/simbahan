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1" r:id="rId4"/>
    <p:sldId id="262" r:id="rId5"/>
    <p:sldId id="391" r:id="rId6"/>
    <p:sldId id="263" r:id="rId7"/>
    <p:sldId id="381" r:id="rId8"/>
    <p:sldId id="385" r:id="rId9"/>
    <p:sldId id="386" r:id="rId10"/>
    <p:sldId id="387" r:id="rId11"/>
    <p:sldId id="388" r:id="rId12"/>
    <p:sldId id="389" r:id="rId13"/>
    <p:sldId id="3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Tawag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Tawag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Ginoo,Tubagon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Pagtuo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Maninguha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Malaumon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Makagagahum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Tawag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Larawan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Maoy Hagit Sa Tagsa-tagsa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 Tawag Ta Sa Pagalagad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Naay Kulang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49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Pagkadaghan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Anihunon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Pagkanihit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Mangangani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Karun</a:t>
            </a:r>
          </a:p>
        </p:txBody>
      </p:sp>
    </p:spTree>
    <p:extLst>
      <p:ext uri="{BB962C8B-B14F-4D97-AF65-F5344CB8AC3E}">
        <p14:creationId xmlns:p14="http://schemas.microsoft.com/office/powerpoint/2010/main" val="379033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Hatagan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Kita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Daghang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Mamumuo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3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Sangpiton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Si Maria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Inahan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Kanunay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41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fi-FI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Maghiusa Kita Uban Kaniya</a:t>
            </a:r>
            <a:br>
              <a:rPr lang="fi-FI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Magmalig-on Kita Sa Gugma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Ania Mn Sa Kamot Ta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Paglaom Sa Tagsa-tagsa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9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Gitawag Ta Sa Pag Alagad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Tiunay Tang Pag Halad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86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Pagkadaghan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Anihunon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Pagkanihit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Mangangani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Karun</a:t>
            </a:r>
          </a:p>
        </p:txBody>
      </p:sp>
    </p:spTree>
    <p:extLst>
      <p:ext uri="{BB962C8B-B14F-4D97-AF65-F5344CB8AC3E}">
        <p14:creationId xmlns:p14="http://schemas.microsoft.com/office/powerpoint/2010/main" val="138616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Hatagan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Kita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Daghang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Mamumuo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358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114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Ang Tawag Sa Atong Ginoo,Tubagon Unta Sa Pagtuo, Maninguha Kita Nga Malaumon</vt:lpstr>
      <vt:lpstr>Ang Ginoo Makagagahum  Ang Tawag Larawan Sa Gugma</vt:lpstr>
      <vt:lpstr>Maoy Hagit Sa Tagsa-tagsa Gi Tawag Ta Sa Pagalagad</vt:lpstr>
      <vt:lpstr>Naay Kulang</vt:lpstr>
      <vt:lpstr>Pagkadaghan Sa Anihunon Pagkanihit Sa Mangangani Karun</vt:lpstr>
      <vt:lpstr>Hatagan Unta Kita Sa Ginoo, Ug Daghang Mamumuo</vt:lpstr>
      <vt:lpstr>Ug Sangpiton Ta Si Maria Inahan Nato Sa Kanunay</vt:lpstr>
      <vt:lpstr>Maghiusa Kita Uban Kaniya Magmalig-on Kita Sa Gugma</vt:lpstr>
      <vt:lpstr>Kay Ania Mn Sa Kamot Ta Ang Paglaom Sa Tagsa-tagsa</vt:lpstr>
      <vt:lpstr>Gitawag Ta Sa Pag Alagad Sa Tiunay Tang Pag Halad</vt:lpstr>
      <vt:lpstr>Pagkadaghan Sa Anihunon Pagkanihit Sa Mangangani Karun</vt:lpstr>
      <vt:lpstr>Hatagan Unta Kita Sa Ginoo Ug Daghang Mamumuo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2025-01-20T04:39:07Z</dcterms:created>
  <dcterms:modified xsi:type="dcterms:W3CDTF">2025-01-25T07:24:59Z</dcterms:modified>
</cp:coreProperties>
</file>