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66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Are The Voice</a:t>
            </a: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are the voice of the living god, calling us now to live in your love,</a:t>
            </a:r>
          </a:p>
        </p:txBody>
      </p:sp>
    </p:spTree>
    <p:extLst>
      <p:ext uri="{BB962C8B-B14F-4D97-AF65-F5344CB8AC3E}">
        <p14:creationId xmlns:p14="http://schemas.microsoft.com/office/powerpoint/2010/main" val="4094811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be children of god once again, Praise for the light that shines through the night,</a:t>
            </a:r>
          </a:p>
        </p:txBody>
      </p:sp>
    </p:spTree>
    <p:extLst>
      <p:ext uri="{BB962C8B-B14F-4D97-AF65-F5344CB8AC3E}">
        <p14:creationId xmlns:p14="http://schemas.microsoft.com/office/powerpoint/2010/main" val="14552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8134" y="142874"/>
            <a:ext cx="11858625" cy="6557963"/>
          </a:xfrm>
        </p:spPr>
        <p:txBody>
          <a:bodyPr anchor="t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darknes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light, from death to new life, and praise to the morning that brings forth the sun,</a:t>
            </a:r>
          </a:p>
        </p:txBody>
      </p:sp>
    </p:spTree>
    <p:extLst>
      <p:ext uri="{BB962C8B-B14F-4D97-AF65-F5344CB8AC3E}">
        <p14:creationId xmlns:p14="http://schemas.microsoft.com/office/powerpoint/2010/main" val="2007073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</a:t>
            </a:r>
          </a:p>
        </p:txBody>
      </p:sp>
    </p:spTree>
    <p:extLst>
      <p:ext uri="{BB962C8B-B14F-4D97-AF65-F5344CB8AC3E}">
        <p14:creationId xmlns:p14="http://schemas.microsoft.com/office/powerpoint/2010/main" val="3790331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are the voice of the living god, calling us now to live in your love,</a:t>
            </a:r>
          </a:p>
        </p:txBody>
      </p:sp>
    </p:spTree>
    <p:extLst>
      <p:ext uri="{BB962C8B-B14F-4D97-AF65-F5344CB8AC3E}">
        <p14:creationId xmlns:p14="http://schemas.microsoft.com/office/powerpoint/2010/main" val="2994520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be children of god once again, Praise for the light that shines through the night,</a:t>
            </a:r>
          </a:p>
        </p:txBody>
      </p:sp>
    </p:spTree>
    <p:extLst>
      <p:ext uri="{BB962C8B-B14F-4D97-AF65-F5344CB8AC3E}">
        <p14:creationId xmlns:p14="http://schemas.microsoft.com/office/powerpoint/2010/main" val="28737879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8134" y="142874"/>
            <a:ext cx="11858625" cy="6557963"/>
          </a:xfrm>
        </p:spPr>
        <p:txBody>
          <a:bodyPr anchor="t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darknes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light, from death to new life, and praise to the morning that brings forth the sun,</a:t>
            </a:r>
          </a:p>
        </p:txBody>
      </p:sp>
    </p:spTree>
    <p:extLst>
      <p:ext uri="{BB962C8B-B14F-4D97-AF65-F5344CB8AC3E}">
        <p14:creationId xmlns:p14="http://schemas.microsoft.com/office/powerpoint/2010/main" val="3393338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</a:t>
            </a:r>
          </a:p>
        </p:txBody>
      </p:sp>
    </p:spTree>
    <p:extLst>
      <p:ext uri="{BB962C8B-B14F-4D97-AF65-F5344CB8AC3E}">
        <p14:creationId xmlns:p14="http://schemas.microsoft.com/office/powerpoint/2010/main" val="399504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</a:t>
            </a:r>
          </a:p>
        </p:txBody>
      </p:sp>
    </p:spTree>
    <p:extLst>
      <p:ext uri="{BB962C8B-B14F-4D97-AF65-F5344CB8AC3E}">
        <p14:creationId xmlns:p14="http://schemas.microsoft.com/office/powerpoint/2010/main" val="660123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144</Words>
  <Application>Microsoft Office PowerPoint</Application>
  <PresentationFormat>Widescreen</PresentationFormat>
  <Paragraphs>10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You are the voice of the living god, calling us now to live in your love,</vt:lpstr>
      <vt:lpstr>to be children of god once again, Praise for the light that shines through the night,</vt:lpstr>
      <vt:lpstr>from darknes to light, from death to new life, and praise to the morning that brings forth the sun,</vt:lpstr>
      <vt:lpstr>to open our eyes to the lord!</vt:lpstr>
      <vt:lpstr>You are the voice of the living god, calling us now to live in your love,</vt:lpstr>
      <vt:lpstr>to be children of god once again, Praise for the light that shines through the night,</vt:lpstr>
      <vt:lpstr>from darknes to light, from death to new life, and praise to the morning that brings forth the sun,</vt:lpstr>
      <vt:lpstr>to open our eyes to the lord!</vt:lpstr>
      <vt:lpstr>to open our eyes to the lord!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Dood</cp:lastModifiedBy>
  <cp:revision>3</cp:revision>
  <dcterms:created xsi:type="dcterms:W3CDTF">2025-01-20T04:39:07Z</dcterms:created>
  <dcterms:modified xsi:type="dcterms:W3CDTF">2026-01-03T22:02:36Z</dcterms:modified>
</cp:coreProperties>
</file>