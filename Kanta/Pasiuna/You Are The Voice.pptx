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The Voice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the voice of the living god, calling us now to live in your love,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30E8C-610D-4073-AA73-B4F60A414A38}"/>
              </a:ext>
            </a:extLst>
          </p:cNvPr>
          <p:cNvSpPr/>
          <p:nvPr/>
        </p:nvSpPr>
        <p:spPr>
          <a:xfrm>
            <a:off x="1396248" y="-2461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E522-B192-402A-8A2E-AFA32010F8CB}"/>
              </a:ext>
            </a:extLst>
          </p:cNvPr>
          <p:cNvSpPr/>
          <p:nvPr/>
        </p:nvSpPr>
        <p:spPr>
          <a:xfrm>
            <a:off x="8396015" y="-24255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22058C-D19A-476E-A266-B535BF740A64}"/>
              </a:ext>
            </a:extLst>
          </p:cNvPr>
          <p:cNvSpPr/>
          <p:nvPr/>
        </p:nvSpPr>
        <p:spPr>
          <a:xfrm>
            <a:off x="5099919" y="143738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2E83D3-C78A-47CD-B0B8-D03A60F433B9}"/>
              </a:ext>
            </a:extLst>
          </p:cNvPr>
          <p:cNvSpPr/>
          <p:nvPr/>
        </p:nvSpPr>
        <p:spPr>
          <a:xfrm>
            <a:off x="8800047" y="145865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2D9D86-30D6-453D-9A0A-7C0D47388F2E}"/>
              </a:ext>
            </a:extLst>
          </p:cNvPr>
          <p:cNvSpPr/>
          <p:nvPr/>
        </p:nvSpPr>
        <p:spPr>
          <a:xfrm>
            <a:off x="2952142" y="279835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90EE79-A428-4325-AD2C-DB14F33A4776}"/>
              </a:ext>
            </a:extLst>
          </p:cNvPr>
          <p:cNvSpPr/>
          <p:nvPr/>
        </p:nvSpPr>
        <p:spPr>
          <a:xfrm>
            <a:off x="7247699" y="306411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77EF32-108A-442A-B38B-0D50C56DAEB3}"/>
              </a:ext>
            </a:extLst>
          </p:cNvPr>
          <p:cNvSpPr/>
          <p:nvPr/>
        </p:nvSpPr>
        <p:spPr>
          <a:xfrm>
            <a:off x="1414297" y="458351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9420F-C2DB-48E5-B78E-5CF1EE9FBA20}"/>
              </a:ext>
            </a:extLst>
          </p:cNvPr>
          <p:cNvSpPr/>
          <p:nvPr/>
        </p:nvSpPr>
        <p:spPr>
          <a:xfrm>
            <a:off x="8590945" y="456690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children of god once again, Praise for the light that shines through the night,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84CC93-9145-4DFF-A8A8-C778AAA9BDC5}"/>
              </a:ext>
            </a:extLst>
          </p:cNvPr>
          <p:cNvSpPr/>
          <p:nvPr/>
        </p:nvSpPr>
        <p:spPr>
          <a:xfrm>
            <a:off x="5503968" y="-17876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16981-5AB7-442C-801D-43771AE17B94}"/>
              </a:ext>
            </a:extLst>
          </p:cNvPr>
          <p:cNvSpPr/>
          <p:nvPr/>
        </p:nvSpPr>
        <p:spPr>
          <a:xfrm>
            <a:off x="9756978" y="-13623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A1BEE-CA3A-4AC9-8E49-E5C1A7683754}"/>
              </a:ext>
            </a:extLst>
          </p:cNvPr>
          <p:cNvSpPr/>
          <p:nvPr/>
        </p:nvSpPr>
        <p:spPr>
          <a:xfrm>
            <a:off x="3568833" y="128852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6F8A1-47E2-4D12-9B93-EA42DDB08D7F}"/>
              </a:ext>
            </a:extLst>
          </p:cNvPr>
          <p:cNvSpPr/>
          <p:nvPr/>
        </p:nvSpPr>
        <p:spPr>
          <a:xfrm>
            <a:off x="7311492" y="124600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7EFBF-4798-421C-A8DA-D90D5DB1CC27}"/>
              </a:ext>
            </a:extLst>
          </p:cNvPr>
          <p:cNvSpPr/>
          <p:nvPr/>
        </p:nvSpPr>
        <p:spPr>
          <a:xfrm>
            <a:off x="3083280" y="282315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A7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7FF9E-5A39-4A1D-B646-8710D15689FB}"/>
              </a:ext>
            </a:extLst>
          </p:cNvPr>
          <p:cNvSpPr/>
          <p:nvPr/>
        </p:nvSpPr>
        <p:spPr>
          <a:xfrm>
            <a:off x="8931177" y="275936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9A48B-2F75-43DD-B09F-328BA36A731E}"/>
              </a:ext>
            </a:extLst>
          </p:cNvPr>
          <p:cNvSpPr/>
          <p:nvPr/>
        </p:nvSpPr>
        <p:spPr>
          <a:xfrm>
            <a:off x="8123107" y="412033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34" y="142874"/>
            <a:ext cx="11858625" cy="6557963"/>
          </a:xfrm>
        </p:spPr>
        <p:txBody>
          <a:bodyPr anchor="t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darknes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light, from death to new life, and praise to the morning that brings forth the sin,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398EE2-F8BB-4EEB-B14B-E73309427201}"/>
              </a:ext>
            </a:extLst>
          </p:cNvPr>
          <p:cNvSpPr/>
          <p:nvPr/>
        </p:nvSpPr>
        <p:spPr>
          <a:xfrm>
            <a:off x="3462508" y="-17875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CA0BA-9866-49E1-BD7E-CE107CD27812}"/>
              </a:ext>
            </a:extLst>
          </p:cNvPr>
          <p:cNvSpPr/>
          <p:nvPr/>
        </p:nvSpPr>
        <p:spPr>
          <a:xfrm>
            <a:off x="9012702" y="-22129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43A69-B7FC-4986-9D32-F76D63F2AA0A}"/>
              </a:ext>
            </a:extLst>
          </p:cNvPr>
          <p:cNvSpPr/>
          <p:nvPr/>
        </p:nvSpPr>
        <p:spPr>
          <a:xfrm>
            <a:off x="4376902" y="105461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E1480-7E9F-4C20-A1BE-66394E5921CB}"/>
              </a:ext>
            </a:extLst>
          </p:cNvPr>
          <p:cNvSpPr/>
          <p:nvPr/>
        </p:nvSpPr>
        <p:spPr>
          <a:xfrm>
            <a:off x="9523064" y="103335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FA484-B302-4875-81C9-B96A53BD2F1A}"/>
              </a:ext>
            </a:extLst>
          </p:cNvPr>
          <p:cNvSpPr/>
          <p:nvPr/>
        </p:nvSpPr>
        <p:spPr>
          <a:xfrm>
            <a:off x="4525768" y="250063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CF761E-D4B5-49FE-8341-B4C9AD302455}"/>
              </a:ext>
            </a:extLst>
          </p:cNvPr>
          <p:cNvSpPr/>
          <p:nvPr/>
        </p:nvSpPr>
        <p:spPr>
          <a:xfrm>
            <a:off x="1314730" y="379781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A7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95C9D-4E86-4A79-982C-3A0D56411F41}"/>
              </a:ext>
            </a:extLst>
          </p:cNvPr>
          <p:cNvSpPr/>
          <p:nvPr/>
        </p:nvSpPr>
        <p:spPr>
          <a:xfrm>
            <a:off x="8587398" y="377654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846E5-BBA7-4E79-9186-8E19DD9B1187}"/>
              </a:ext>
            </a:extLst>
          </p:cNvPr>
          <p:cNvSpPr/>
          <p:nvPr/>
        </p:nvSpPr>
        <p:spPr>
          <a:xfrm>
            <a:off x="7651732" y="515878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open our eyes to the lord!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0E0F2-8847-4F20-A10C-02C3AEA18C39}"/>
              </a:ext>
            </a:extLst>
          </p:cNvPr>
          <p:cNvSpPr/>
          <p:nvPr/>
        </p:nvSpPr>
        <p:spPr>
          <a:xfrm>
            <a:off x="2250399" y="143738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C9CCF-D147-4D74-9492-DE78611D1411}"/>
              </a:ext>
            </a:extLst>
          </p:cNvPr>
          <p:cNvSpPr/>
          <p:nvPr/>
        </p:nvSpPr>
        <p:spPr>
          <a:xfrm>
            <a:off x="7719077" y="137713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BDF6E-CEEC-4D68-A625-E61772C269B9}"/>
              </a:ext>
            </a:extLst>
          </p:cNvPr>
          <p:cNvSpPr/>
          <p:nvPr/>
        </p:nvSpPr>
        <p:spPr>
          <a:xfrm>
            <a:off x="6230522" y="2929480"/>
            <a:ext cx="2232994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r>
              <a:rPr lang="en-US" sz="5400" dirty="0">
                <a:solidFill>
                  <a:schemeClr val="accent4"/>
                </a:solidFill>
              </a:rPr>
              <a:t>/A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are the voice of the living god, calling us now to live in your love,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30E8C-610D-4073-AA73-B4F60A414A38}"/>
              </a:ext>
            </a:extLst>
          </p:cNvPr>
          <p:cNvSpPr/>
          <p:nvPr/>
        </p:nvSpPr>
        <p:spPr>
          <a:xfrm>
            <a:off x="1396248" y="-2461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E522-B192-402A-8A2E-AFA32010F8CB}"/>
              </a:ext>
            </a:extLst>
          </p:cNvPr>
          <p:cNvSpPr/>
          <p:nvPr/>
        </p:nvSpPr>
        <p:spPr>
          <a:xfrm>
            <a:off x="8396015" y="-24255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22058C-D19A-476E-A266-B535BF740A64}"/>
              </a:ext>
            </a:extLst>
          </p:cNvPr>
          <p:cNvSpPr/>
          <p:nvPr/>
        </p:nvSpPr>
        <p:spPr>
          <a:xfrm>
            <a:off x="5099919" y="143738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2E83D3-C78A-47CD-B0B8-D03A60F433B9}"/>
              </a:ext>
            </a:extLst>
          </p:cNvPr>
          <p:cNvSpPr/>
          <p:nvPr/>
        </p:nvSpPr>
        <p:spPr>
          <a:xfrm>
            <a:off x="8800047" y="145865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2D9D86-30D6-453D-9A0A-7C0D47388F2E}"/>
              </a:ext>
            </a:extLst>
          </p:cNvPr>
          <p:cNvSpPr/>
          <p:nvPr/>
        </p:nvSpPr>
        <p:spPr>
          <a:xfrm>
            <a:off x="2952142" y="279835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90EE79-A428-4325-AD2C-DB14F33A4776}"/>
              </a:ext>
            </a:extLst>
          </p:cNvPr>
          <p:cNvSpPr/>
          <p:nvPr/>
        </p:nvSpPr>
        <p:spPr>
          <a:xfrm>
            <a:off x="7247699" y="306411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77EF32-108A-442A-B38B-0D50C56DAEB3}"/>
              </a:ext>
            </a:extLst>
          </p:cNvPr>
          <p:cNvSpPr/>
          <p:nvPr/>
        </p:nvSpPr>
        <p:spPr>
          <a:xfrm>
            <a:off x="1414297" y="458351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9420F-C2DB-48E5-B78E-5CF1EE9FBA20}"/>
              </a:ext>
            </a:extLst>
          </p:cNvPr>
          <p:cNvSpPr/>
          <p:nvPr/>
        </p:nvSpPr>
        <p:spPr>
          <a:xfrm>
            <a:off x="8590945" y="456690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36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children of god once again, Praise for the light that shines through the night,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84CC93-9145-4DFF-A8A8-C778AAA9BDC5}"/>
              </a:ext>
            </a:extLst>
          </p:cNvPr>
          <p:cNvSpPr/>
          <p:nvPr/>
        </p:nvSpPr>
        <p:spPr>
          <a:xfrm>
            <a:off x="5503968" y="-17876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16981-5AB7-442C-801D-43771AE17B94}"/>
              </a:ext>
            </a:extLst>
          </p:cNvPr>
          <p:cNvSpPr/>
          <p:nvPr/>
        </p:nvSpPr>
        <p:spPr>
          <a:xfrm>
            <a:off x="9756978" y="-13623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A1BEE-CA3A-4AC9-8E49-E5C1A7683754}"/>
              </a:ext>
            </a:extLst>
          </p:cNvPr>
          <p:cNvSpPr/>
          <p:nvPr/>
        </p:nvSpPr>
        <p:spPr>
          <a:xfrm>
            <a:off x="3568833" y="128852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6F8A1-47E2-4D12-9B93-EA42DDB08D7F}"/>
              </a:ext>
            </a:extLst>
          </p:cNvPr>
          <p:cNvSpPr/>
          <p:nvPr/>
        </p:nvSpPr>
        <p:spPr>
          <a:xfrm>
            <a:off x="7311492" y="124600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47EFBF-4798-421C-A8DA-D90D5DB1CC27}"/>
              </a:ext>
            </a:extLst>
          </p:cNvPr>
          <p:cNvSpPr/>
          <p:nvPr/>
        </p:nvSpPr>
        <p:spPr>
          <a:xfrm>
            <a:off x="3083280" y="282315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A7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77FF9E-5A39-4A1D-B646-8710D15689FB}"/>
              </a:ext>
            </a:extLst>
          </p:cNvPr>
          <p:cNvSpPr/>
          <p:nvPr/>
        </p:nvSpPr>
        <p:spPr>
          <a:xfrm>
            <a:off x="8931177" y="275936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F9A48B-2F75-43DD-B09F-328BA36A731E}"/>
              </a:ext>
            </a:extLst>
          </p:cNvPr>
          <p:cNvSpPr/>
          <p:nvPr/>
        </p:nvSpPr>
        <p:spPr>
          <a:xfrm>
            <a:off x="8123107" y="412033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62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34" y="142874"/>
            <a:ext cx="11858625" cy="6557963"/>
          </a:xfrm>
        </p:spPr>
        <p:txBody>
          <a:bodyPr anchor="t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9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darknes</a:t>
            </a: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light, from death to new life, and praise to the morning that brings forth the sin,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398EE2-F8BB-4EEB-B14B-E73309427201}"/>
              </a:ext>
            </a:extLst>
          </p:cNvPr>
          <p:cNvSpPr/>
          <p:nvPr/>
        </p:nvSpPr>
        <p:spPr>
          <a:xfrm>
            <a:off x="3462508" y="-17875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CA0BA-9866-49E1-BD7E-CE107CD27812}"/>
              </a:ext>
            </a:extLst>
          </p:cNvPr>
          <p:cNvSpPr/>
          <p:nvPr/>
        </p:nvSpPr>
        <p:spPr>
          <a:xfrm>
            <a:off x="9012702" y="-22129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743A69-B7FC-4986-9D32-F76D63F2AA0A}"/>
              </a:ext>
            </a:extLst>
          </p:cNvPr>
          <p:cNvSpPr/>
          <p:nvPr/>
        </p:nvSpPr>
        <p:spPr>
          <a:xfrm>
            <a:off x="4376902" y="105461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E1480-7E9F-4C20-A1BE-66394E5921CB}"/>
              </a:ext>
            </a:extLst>
          </p:cNvPr>
          <p:cNvSpPr/>
          <p:nvPr/>
        </p:nvSpPr>
        <p:spPr>
          <a:xfrm>
            <a:off x="9523064" y="103335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FA484-B302-4875-81C9-B96A53BD2F1A}"/>
              </a:ext>
            </a:extLst>
          </p:cNvPr>
          <p:cNvSpPr/>
          <p:nvPr/>
        </p:nvSpPr>
        <p:spPr>
          <a:xfrm>
            <a:off x="4525768" y="250063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CF761E-D4B5-49FE-8341-B4C9AD302455}"/>
              </a:ext>
            </a:extLst>
          </p:cNvPr>
          <p:cNvSpPr/>
          <p:nvPr/>
        </p:nvSpPr>
        <p:spPr>
          <a:xfrm>
            <a:off x="1314730" y="379781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A7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95C9D-4E86-4A79-982C-3A0D56411F41}"/>
              </a:ext>
            </a:extLst>
          </p:cNvPr>
          <p:cNvSpPr/>
          <p:nvPr/>
        </p:nvSpPr>
        <p:spPr>
          <a:xfrm>
            <a:off x="8587398" y="377654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846E5-BBA7-4E79-9186-8E19DD9B1187}"/>
              </a:ext>
            </a:extLst>
          </p:cNvPr>
          <p:cNvSpPr/>
          <p:nvPr/>
        </p:nvSpPr>
        <p:spPr>
          <a:xfrm>
            <a:off x="7651732" y="515878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03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open our eyes to the lord!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0E0F2-8847-4F20-A10C-02C3AEA18C39}"/>
              </a:ext>
            </a:extLst>
          </p:cNvPr>
          <p:cNvSpPr/>
          <p:nvPr/>
        </p:nvSpPr>
        <p:spPr>
          <a:xfrm>
            <a:off x="2250399" y="143738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CC9CCF-D147-4D74-9492-DE78611D1411}"/>
              </a:ext>
            </a:extLst>
          </p:cNvPr>
          <p:cNvSpPr/>
          <p:nvPr/>
        </p:nvSpPr>
        <p:spPr>
          <a:xfrm>
            <a:off x="7719077" y="137713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E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BBDF6E-CEEC-4D68-A625-E61772C269B9}"/>
              </a:ext>
            </a:extLst>
          </p:cNvPr>
          <p:cNvSpPr/>
          <p:nvPr/>
        </p:nvSpPr>
        <p:spPr>
          <a:xfrm>
            <a:off x="6230522" y="2929480"/>
            <a:ext cx="2232994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r>
              <a:rPr lang="en-US" sz="5400" dirty="0">
                <a:solidFill>
                  <a:schemeClr val="accent4"/>
                </a:solidFill>
              </a:rPr>
              <a:t>/A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55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212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You are the voice of the living god, calling us now to live in your love,</vt:lpstr>
      <vt:lpstr>to be children of god once again, Praise for the light that shines through the night,</vt:lpstr>
      <vt:lpstr>from darknes to light, from death to new life, and praise to the morning that brings forth the sin,</vt:lpstr>
      <vt:lpstr>to open our eyes to the lord!</vt:lpstr>
      <vt:lpstr>You are the voice of the living god, calling us now to live in your love,</vt:lpstr>
      <vt:lpstr>to be children of god once again, Praise for the light that shines through the night,</vt:lpstr>
      <vt:lpstr>from darknes to light, from death to new life, and praise to the morning that brings forth the sin,</vt:lpstr>
      <vt:lpstr>to open our eyes to the lord!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5</cp:revision>
  <dcterms:created xsi:type="dcterms:W3CDTF">2025-01-20T04:39:07Z</dcterms:created>
  <dcterms:modified xsi:type="dcterms:W3CDTF">2026-01-05T06:05:35Z</dcterms:modified>
</cp:coreProperties>
</file>