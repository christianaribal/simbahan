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554" r:id="rId7"/>
    <p:sldId id="555" r:id="rId8"/>
    <p:sldId id="556" r:id="rId9"/>
    <p:sldId id="5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539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5613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5643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904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dirty="0" err="1">
                <a:ea typeface="Calibri"/>
                <a:cs typeface="Calibri"/>
                <a:sym typeface="Calibri"/>
              </a:rPr>
              <a:t>Magsaulog</a:t>
            </a:r>
            <a:r>
              <a:rPr lang="en-US" sz="4000" dirty="0">
                <a:ea typeface="Calibri"/>
                <a:cs typeface="Calibri"/>
                <a:sym typeface="Calibri"/>
              </a:rPr>
              <a:t> Kita Karun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Magsaulog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Kita Karun, Sa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Sa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Kauhaw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Kagutom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Ang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Nagapakaon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Takna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Kawad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-on,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Saulogon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Gasa'ang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Diosnon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Ania Kami Ginoo, Naghiusa Kami Sa Pagtoo;</a:t>
            </a:r>
            <a:b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Pun-a Ang Among Kasing-kasing</a:t>
            </a:r>
            <a:endParaRPr lang="sv-SE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Buhing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Tinapay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Magsaulog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Kita Karun, Sa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Sa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Kauhaw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Kagutom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Ang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Nagapakaon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66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Takna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Kawad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-on,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Paglaum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Ataong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Saulogon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Gasa'ang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Diosnon</a:t>
            </a:r>
            <a:r>
              <a:rPr lang="en-US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2803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128134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Ania Kami Ginoo, Naghiusa Kami Sa Pagtoo;</a:t>
            </a:r>
            <a:b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9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Pun-a Ang Among Kasing-kasing</a:t>
            </a:r>
            <a:endParaRPr lang="sv-SE" sz="9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5413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Buhing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Tinapay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045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115</Words>
  <Application>Microsoft Office PowerPoint</Application>
  <PresentationFormat>Widescreen</PresentationFormat>
  <Paragraphs>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Magsaulog Kita Karun, Sa Kalipay Atong Awiton. Kay Sa Kauhaw Ug Kagutom, Ang Ginoo Nagapakaon.</vt:lpstr>
      <vt:lpstr>Sa Takna Sa Kawad-on, Ang Ginoo Ang Paglaum. Nan Ataong Saulogon Ang Gasa'ang Diosnon.</vt:lpstr>
      <vt:lpstr>Ania Kami Ginoo, Naghiusa Kami Sa Pagtoo; Pun-a Ang Among Kasing-kasing</vt:lpstr>
      <vt:lpstr>Sa Buhing Tinapay Ginoo</vt:lpstr>
      <vt:lpstr>Magsaulog Kita Karun, Sa Kalipay Atong Awiton. Kay Sa Kauhaw Ug Kagutom, Ang Ginoo Nagapakaon.</vt:lpstr>
      <vt:lpstr>Sa Takna Sa Kawad-on, Ang Ginoo Ang Paglaum. Nan Ataong Saulogon Ang Gasa'ang Diosnon.</vt:lpstr>
      <vt:lpstr>Ania Kami Ginoo, Naghiusa Kami Sa Pagtoo; Pun-a Ang Among Kasing-kasing</vt:lpstr>
      <vt:lpstr>Sa Buhing Tinapay Ginoo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8</cp:revision>
  <dcterms:created xsi:type="dcterms:W3CDTF">2025-01-20T04:39:07Z</dcterms:created>
  <dcterms:modified xsi:type="dcterms:W3CDTF">2025-07-05T22:04:23Z</dcterms:modified>
</cp:coreProperties>
</file>