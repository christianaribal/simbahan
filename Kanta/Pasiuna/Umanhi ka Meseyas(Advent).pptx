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636" r:id="rId4"/>
    <p:sldId id="637" r:id="rId5"/>
    <p:sldId id="638" r:id="rId6"/>
    <p:sldId id="651" r:id="rId7"/>
    <p:sldId id="652" r:id="rId8"/>
    <p:sldId id="639" r:id="rId9"/>
    <p:sldId id="653" r:id="rId10"/>
    <p:sldId id="65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9497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15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756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292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8071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021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9046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74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Umanhi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Meseyas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Mesiyas,kami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Naghandom</a:t>
            </a:r>
            <a:b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Kangitngitan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Hayagi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Grasya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19044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Meseyas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Naghandum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58721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Kanunay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Gihidlak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Nasud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Manalangga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Adlaw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Langitnong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Suga</a:t>
            </a:r>
          </a:p>
        </p:txBody>
      </p:sp>
    </p:spTree>
    <p:extLst>
      <p:ext uri="{BB962C8B-B14F-4D97-AF65-F5344CB8AC3E}">
        <p14:creationId xmlns:p14="http://schemas.microsoft.com/office/powerpoint/2010/main" val="90678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Hayagi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Grasya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91847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Meseyas</a:t>
            </a:r>
            <a:b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Naghandum</a:t>
            </a:r>
            <a:b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b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50666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Kanunay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Gihidlak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Nasud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Manalangga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Adlaw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Langitnong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Suga</a:t>
            </a:r>
          </a:p>
        </p:txBody>
      </p:sp>
    </p:spTree>
    <p:extLst>
      <p:ext uri="{BB962C8B-B14F-4D97-AF65-F5344CB8AC3E}">
        <p14:creationId xmlns:p14="http://schemas.microsoft.com/office/powerpoint/2010/main" val="65981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Hayagi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Grasya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02779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Meseyas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Naghandum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Kanamo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Magluwas</a:t>
            </a:r>
            <a:endParaRPr lang="en-US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026472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140</Words>
  <Application>Microsoft Office PowerPoint</Application>
  <PresentationFormat>Widescreen</PresentationFormat>
  <Paragraphs>16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Umanhi Ka Mesiyas,kami Kanimo Naghandom Ikaw Man Ang Paglaum Kanamo Magluwas</vt:lpstr>
      <vt:lpstr>Manunubos, Umanhi Ka, Ang Kangitngitan Sa Yuta, Hayagi Sa Imong Grasya</vt:lpstr>
      <vt:lpstr>Umanhi Ka Meseyas Kami Kanimo Naghandum Ikw Man Ang Paglaum Kanamo Magluwas</vt:lpstr>
      <vt:lpstr>Kanunay Ka Gihidlak Sa Nasud Ug Manalangga O Malipayong Adlaw, O Langitnong Suga</vt:lpstr>
      <vt:lpstr>Manunubos, Umanhi Ka, Ang Kangitngit Sa Yuta, Hayagi Sa Imong Grasya</vt:lpstr>
      <vt:lpstr>Umanhi Ka Meseyas Kami Kanimo Naghandum Ikaw Man Ang Paglaum Kanamo Magluwas</vt:lpstr>
      <vt:lpstr>Kanunay Ka Gihidlak Sa Nasud Ug Manalangga O Malipayong Adlaw, O Langitnong Suga</vt:lpstr>
      <vt:lpstr>Manunubos, Umanhi Ka, Ang Kangitngit Sa Yuta, Hayagi Sa Imong Grasya</vt:lpstr>
      <vt:lpstr>Umanhi Ka Meseyas Kami Kanimo Naghandum Ikw Man Ang Paglaum Kanamo Magluwas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11</cp:revision>
  <dcterms:created xsi:type="dcterms:W3CDTF">2025-01-20T04:39:07Z</dcterms:created>
  <dcterms:modified xsi:type="dcterms:W3CDTF">2025-12-14T00:29:35Z</dcterms:modified>
</cp:coreProperties>
</file>