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515" r:id="rId6"/>
    <p:sldId id="261" r:id="rId7"/>
    <p:sldId id="262" r:id="rId8"/>
    <p:sldId id="516" r:id="rId9"/>
    <p:sldId id="5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B89B5-723F-438E-B782-076C7DBB2FB0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A2BBD-8506-4F76-95EE-3CBFCB1F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1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548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8fd32eb22_1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f8fd32eb22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0371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21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Pagdaygon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Igsoon</a:t>
            </a: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Simbahon</a:t>
            </a:r>
            <a:b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Mahigugmaong</a:t>
            </a: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</a:t>
            </a:r>
            <a:b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Duyog</a:t>
            </a:r>
            <a:r>
              <a:rPr lang="en-US" sz="93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3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endParaRPr lang="en-US" sz="93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Isalikway</a:t>
            </a:r>
            <a:b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Gugma</a:t>
            </a: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Niyag</a:t>
            </a: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Takos</a:t>
            </a:r>
            <a:endParaRPr lang="en-US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Pagdaygon Himayaon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 Pasalamatan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Pasidunggan Ang Atong Diyos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Pagdaygon Himayaon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 Pasalamatan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Pasidunggan Ang Atong Diyos</a:t>
            </a:r>
          </a:p>
        </p:txBody>
      </p:sp>
    </p:spTree>
    <p:extLst>
      <p:ext uri="{BB962C8B-B14F-4D97-AF65-F5344CB8AC3E}">
        <p14:creationId xmlns:p14="http://schemas.microsoft.com/office/powerpoint/2010/main" val="383419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Dayun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Higala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Ipalanog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Kinatas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Bungtod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Hangtud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Hangtud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Pagdaygon Himayaon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 Pasalamatan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Pasidunggan Ang Atong Diyos</a:t>
            </a:r>
          </a:p>
        </p:txBody>
      </p:sp>
    </p:spTree>
    <p:extLst>
      <p:ext uri="{BB962C8B-B14F-4D97-AF65-F5344CB8AC3E}">
        <p14:creationId xmlns:p14="http://schemas.microsoft.com/office/powerpoint/2010/main" val="377513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Pagdaygon Himayaon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 Pasalamatan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Pasidunggan Ang Atong Diyos</a:t>
            </a:r>
          </a:p>
        </p:txBody>
      </p:sp>
    </p:spTree>
    <p:extLst>
      <p:ext uri="{BB962C8B-B14F-4D97-AF65-F5344CB8AC3E}">
        <p14:creationId xmlns:p14="http://schemas.microsoft.com/office/powerpoint/2010/main" val="128966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</Words>
  <Application>Microsoft Office PowerPoint</Application>
  <PresentationFormat>Widescreen</PresentationFormat>
  <Paragraphs>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Mga Igsoon Atong Simbahon Ang Mahigugmaong Diyos Duyog Sa Kalipay</vt:lpstr>
      <vt:lpstr>Ayaw Isalikway Ang Gugma Niyag Takos</vt:lpstr>
      <vt:lpstr>Pagdaygon Himayaon Awitan Pasalamatan Pasidunggan Ang Atong Diyos</vt:lpstr>
      <vt:lpstr>Pagdaygon Himayaon Awitan Pasalamatan Pasidunggan Ang Atong Diyos</vt:lpstr>
      <vt:lpstr>Dayun Mga Higala Sa Pagsimba Awitan Tang Atong Diyos Ang Awit Ipalanog</vt:lpstr>
      <vt:lpstr>Sa Kinatas-ang Bungtod Hangtud Sa Hangtud</vt:lpstr>
      <vt:lpstr>Pagdaygon Himayaon Awitan Pasalamatan Pasidunggan Ang Atong Diyos</vt:lpstr>
      <vt:lpstr>Pagdaygon Himayaon Awitan Pasalamatan Pasidunggan Ang Atong Diyos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2025-01-20T04:39:07Z</dcterms:created>
  <dcterms:modified xsi:type="dcterms:W3CDTF">2025-02-15T12:04:50Z</dcterms:modified>
</cp:coreProperties>
</file>