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60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Daygon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Daygon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Bag-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Kalipay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Isinggit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81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Labing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Hingpit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Daygon Ta Ang Ginoo</a:t>
            </a:r>
            <a:b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Uban Sa Mga Instrumento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28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8136" y="142875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Kalipay Ta Isangyaw</a:t>
            </a:r>
            <a:b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Bulahang Adlaw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07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Tugtuga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Gitara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Ipalanog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Trumpeta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pasalamatan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</a:t>
            </a:r>
          </a:p>
        </p:txBody>
      </p:sp>
    </p:spTree>
    <p:extLst>
      <p:ext uri="{BB962C8B-B14F-4D97-AF65-F5344CB8AC3E}">
        <p14:creationId xmlns:p14="http://schemas.microsoft.com/office/powerpoint/2010/main" val="3790331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8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Tugutuga</a:t>
            </a:r>
            <a:r>
              <a:rPr lang="en-US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Ang </a:t>
            </a:r>
            <a:r>
              <a:rPr lang="en-US" sz="98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Gitara</a:t>
            </a:r>
            <a:r>
              <a:rPr lang="en-US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98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Ipalanog</a:t>
            </a:r>
            <a:r>
              <a:rPr lang="en-US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Ang </a:t>
            </a:r>
            <a:r>
              <a:rPr lang="en-US" sz="98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Trumpeta</a:t>
            </a:r>
            <a:r>
              <a:rPr lang="en-US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Salamat </a:t>
            </a:r>
            <a:r>
              <a:rPr lang="en-US" sz="98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98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98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866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Kaayo</a:t>
            </a:r>
            <a:endParaRPr lang="en-US" sz="9866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234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74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Daygon Ta Ang Ginoo Uban Sa Mga Bag-ong Awit, Ang Kalipay Ta Isinggit</vt:lpstr>
      <vt:lpstr>Ang Ginoo Ang Labing Hingpit Daygon Ta Ang Ginoo Uban Sa Mga Instrumento</vt:lpstr>
      <vt:lpstr>Ang Kalipay Ta Isangyaw O Bulahang Adlaw</vt:lpstr>
      <vt:lpstr>Tugtuga Na Ang Gitara, Ipalanog Na Ang Trumpeta, Ang Ginoo Sa Gugma, pasalamatan ta</vt:lpstr>
      <vt:lpstr>Tugutuga Na Ang Gitara, Ipalanog Na Ang Trumpeta, Salamat Ginoo Sa Imong Kaayo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</cp:revision>
  <dcterms:created xsi:type="dcterms:W3CDTF">2025-01-20T04:39:07Z</dcterms:created>
  <dcterms:modified xsi:type="dcterms:W3CDTF">2025-02-15T11:26:40Z</dcterms:modified>
</cp:coreProperties>
</file>