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391" r:id="rId6"/>
    <p:sldId id="392" r:id="rId7"/>
    <p:sldId id="393" r:id="rId8"/>
    <p:sldId id="394" r:id="rId9"/>
    <p:sldId id="3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 kami o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 Kami O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11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Nag Awit Sa Gugmang Tim-os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Kahiusang Tingog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2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Nalipay Kamig Nag-ambahan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Nagdayeg Kami Sa Imong Ngalan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3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 Tungod Sa Imong Gugma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Langitnong Amahan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49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525B3-8B47-54EC-9082-61E0EE37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B574-906D-454D-1CE2-018529F9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 Kami O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Diyos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614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06C00-70C8-C873-AF2D-8CCCB79F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F12274B-0A3B-BB91-5605-03188EC03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Nag Awit Sa Gugmang Tim-os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Kahiusang Tingog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3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C60EA-8DEB-B16F-ACC2-B3D89ACF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61A09B2-EDCF-D695-7665-5B585934A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Nalipay Kamig Nag-ambahan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Nagdayeg Kami Sa Imong Ngalan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507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E2AE-6A4D-1D7F-C019-6A12D5F59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0B32977-C8A8-AAB9-E1DD-C77FBC25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Kini Tungod Sa Imong Gugma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 Langitnong Amahan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203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79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Ania Kami O Ginong Diyos Aniang Imong Lungsod</vt:lpstr>
      <vt:lpstr>Nga Nag Awit Sa Gugmang Tim-os Sa Kahiusang Tingog</vt:lpstr>
      <vt:lpstr>Nalipay Kamig Nag-ambahan Nagdayeg Kami Sa Imong Ngalan</vt:lpstr>
      <vt:lpstr>Kini Tungod Sa Imong Gugma Oh Langitnong Amahan</vt:lpstr>
      <vt:lpstr>Ania Kami O Ginong Diyos Aniang Imong Lungsod</vt:lpstr>
      <vt:lpstr>Nga Nag Awit Sa Gugmang Tim-os Sa Kahiusang Tingog</vt:lpstr>
      <vt:lpstr>Nalipay Kamig Nag-ambahan Nagdayeg Kami Sa Imong Ngalan</vt:lpstr>
      <vt:lpstr>Kini Tungod Sa Imong Gugma Oh Langitnong Amahan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7</cp:revision>
  <dcterms:created xsi:type="dcterms:W3CDTF">2025-01-20T04:39:07Z</dcterms:created>
  <dcterms:modified xsi:type="dcterms:W3CDTF">2025-09-14T00:04:25Z</dcterms:modified>
</cp:coreProperties>
</file>