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0" r:id="rId3"/>
    <p:sldId id="261" r:id="rId4"/>
    <p:sldId id="262" r:id="rId5"/>
    <p:sldId id="391" r:id="rId6"/>
    <p:sldId id="263" r:id="rId7"/>
    <p:sldId id="381" r:id="rId8"/>
    <p:sldId id="39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Tigum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Mga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Dios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Tigum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Mga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Katawhansa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Dios</a:t>
            </a:r>
            <a:b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Halad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Bag-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Awit</a:t>
            </a:r>
          </a:p>
        </p:txBody>
      </p:sp>
    </p:spTree>
    <p:extLst>
      <p:ext uri="{BB962C8B-B14F-4D97-AF65-F5344CB8AC3E}">
        <p14:creationId xmlns:p14="http://schemas.microsoft.com/office/powerpoint/2010/main" val="409481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14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Isangayaw</a:t>
            </a:r>
            <a:r>
              <a:rPr lang="en-US" sz="1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4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Maayong</a:t>
            </a:r>
            <a:r>
              <a:rPr lang="en-US" sz="1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Balita</a:t>
            </a:r>
            <a:br>
              <a:rPr lang="en-US" sz="1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Ngadto</a:t>
            </a:r>
            <a:r>
              <a:rPr lang="en-US" sz="1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Tanan</a:t>
            </a:r>
          </a:p>
        </p:txBody>
      </p:sp>
    </p:spTree>
    <p:extLst>
      <p:ext uri="{BB962C8B-B14F-4D97-AF65-F5344CB8AC3E}">
        <p14:creationId xmlns:p14="http://schemas.microsoft.com/office/powerpoint/2010/main" val="145528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Atong Awitan Ang Halad Sa Ginoo</a:t>
            </a:r>
            <a:b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Ang Iyang Kaayohan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07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Atong Kinabuhi Ug Atong Gugma</a:t>
            </a:r>
            <a:b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Ihalad Kaniya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494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Tigum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Mga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Katawhansa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Dios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Halad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Bag-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Awit</a:t>
            </a:r>
          </a:p>
        </p:txBody>
      </p:sp>
    </p:spTree>
    <p:extLst>
      <p:ext uri="{BB962C8B-B14F-4D97-AF65-F5344CB8AC3E}">
        <p14:creationId xmlns:p14="http://schemas.microsoft.com/office/powerpoint/2010/main" val="3790331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Isangayaw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Maayong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Balita</a:t>
            </a:r>
          </a:p>
        </p:txBody>
      </p:sp>
    </p:spTree>
    <p:extLst>
      <p:ext uri="{BB962C8B-B14F-4D97-AF65-F5344CB8AC3E}">
        <p14:creationId xmlns:p14="http://schemas.microsoft.com/office/powerpoint/2010/main" val="2103234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9FD15-2550-D7EE-39AC-E90AFB1B5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3982F85-03BF-9C15-6381-2955ADD33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Ngadto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Tanan</a:t>
            </a:r>
          </a:p>
        </p:txBody>
      </p:sp>
    </p:spTree>
    <p:extLst>
      <p:ext uri="{BB962C8B-B14F-4D97-AF65-F5344CB8AC3E}">
        <p14:creationId xmlns:p14="http://schemas.microsoft.com/office/powerpoint/2010/main" val="3423045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62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Mag Tigum Mga Katawhansa Dios Mag Halad Ug Bag-ong Awit</vt:lpstr>
      <vt:lpstr>Isangayaw Ang Maayong Balita Ngadto Sa Tanan</vt:lpstr>
      <vt:lpstr>Atong Awitan Ang Halad Sa Ginoo Ug Ang Iyang Kaayohan</vt:lpstr>
      <vt:lpstr>Atong Kinabuhi Ug Atong Gugma Ihalad Kaniya</vt:lpstr>
      <vt:lpstr>Mag Tigum Mga Katawhansa Dios Mag Halad Ug Bag-ong Awit</vt:lpstr>
      <vt:lpstr>Isangayaw Ang Maayong Balita</vt:lpstr>
      <vt:lpstr>Ngadto Sa Tanan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10</cp:revision>
  <dcterms:created xsi:type="dcterms:W3CDTF">2025-01-20T04:39:07Z</dcterms:created>
  <dcterms:modified xsi:type="dcterms:W3CDTF">2025-08-17T00:01:15Z</dcterms:modified>
</cp:coreProperties>
</file>