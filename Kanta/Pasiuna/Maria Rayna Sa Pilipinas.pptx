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9" autoAdjust="0"/>
    <p:restoredTop sz="94660"/>
  </p:normalViewPr>
  <p:slideViewPr>
    <p:cSldViewPr snapToGrid="0">
      <p:cViewPr varScale="1">
        <p:scale>
          <a:sx n="68" d="100"/>
          <a:sy n="68" d="100"/>
        </p:scale>
        <p:origin x="6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 Rayna Sa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Pilipinas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 Maria Rayna 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Pilipinas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Panalipdi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Kami 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Katalagman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81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Agaka Kami Didto Sa Manluluwas</a:t>
            </a:r>
            <a:b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Kristo Nga Anak Mo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641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Ang Atong Kaluwasan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033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sv-SE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Paminawa Kining Among Mga Pag Ampo</a:t>
            </a:r>
            <a:br>
              <a:rPr lang="sv-SE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Gikan Gayud Sa Kasing Kasing Namo</a:t>
            </a:r>
            <a:endParaRPr lang="en-US" sz="9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860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sv-SE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 Pag Tuaw, Ug Panlibasog Ug Pangaliyopo</a:t>
            </a:r>
            <a:br>
              <a:rPr lang="sv-SE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Luwasa Kami Sa Dayung Kasuko</a:t>
            </a:r>
            <a:endParaRPr lang="en-US" sz="1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837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 Maria Rayna 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Pilipinas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Panalipdi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Kami 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Katalagman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692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Agaka Kami Didto Sa Manluluwas</a:t>
            </a:r>
            <a:b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Kristo Nga Anak Mo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955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Ang Atong Kaluwasan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009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sv-SE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Paminawa Kining Among Mga Pag Ampo</a:t>
            </a:r>
            <a:br>
              <a:rPr lang="sv-SE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Gikan Gayud Sa Kasing Kasing Namo</a:t>
            </a:r>
            <a:endParaRPr lang="en-US" sz="9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528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sv-SE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 Pag Tuaw, Ug Panlibasog Ug Pangaliyopo</a:t>
            </a:r>
            <a:br>
              <a:rPr lang="sv-SE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Luwasa Kami Sa Dayung Kasuko</a:t>
            </a:r>
            <a:endParaRPr lang="en-US" sz="1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557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114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Oh Maria Rayna Sa Pilipinas Panalipdi Kami Sa Mga Katalagman</vt:lpstr>
      <vt:lpstr>Agaka Kami Didto Sa Manluluwas Si Kristo Nga Anak Mo</vt:lpstr>
      <vt:lpstr>Ug Ang Atong Kaluwasan</vt:lpstr>
      <vt:lpstr>Ug Paminawa Kining Among Mga Pag Ampo Nga Gikan Gayud Sa Kasing Kasing Namo</vt:lpstr>
      <vt:lpstr>Mga Pag Tuaw, Ug Panlibasog Ug Pangaliyopo Luwasa Kami Sa Dayung Kasuko</vt:lpstr>
      <vt:lpstr>Oh Maria Rayna Sa Pilipinas Panalipdi Kami Sa Mga Katalagman</vt:lpstr>
      <vt:lpstr>Agaka Kami Didto Sa Manluluwas Si Kristo Nga Anak Mo</vt:lpstr>
      <vt:lpstr>Ug Ang Atong Kaluwasan</vt:lpstr>
      <vt:lpstr>Ug Paminawa Kining Among Mga Pag Ampo Nga Gikan Gayud Sa Kasing Kasing Namo</vt:lpstr>
      <vt:lpstr>Mga Pag Tuaw, Ug Panlibasog Ug Pangaliyopo Luwasa Kami Sa Dayung Kasuko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7</cp:revision>
  <dcterms:created xsi:type="dcterms:W3CDTF">2025-01-20T04:39:07Z</dcterms:created>
  <dcterms:modified xsi:type="dcterms:W3CDTF">2025-06-01T00:56:18Z</dcterms:modified>
</cp:coreProperties>
</file>