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68" r:id="rId3"/>
    <p:sldId id="469" r:id="rId4"/>
    <p:sldId id="470" r:id="rId5"/>
    <p:sldId id="471" r:id="rId6"/>
    <p:sldId id="515" r:id="rId7"/>
    <p:sldId id="516" r:id="rId8"/>
    <p:sldId id="517" r:id="rId9"/>
    <p:sldId id="518" r:id="rId10"/>
    <p:sldId id="699" r:id="rId11"/>
    <p:sldId id="700" r:id="rId12"/>
    <p:sldId id="70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Kasadya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da-DK" sz="8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Kasadya Ning Taknaa</a:t>
            </a:r>
            <a:br>
              <a:rPr lang="da-DK" sz="8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sz="8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Dapit Sa Kahimayaan</a:t>
            </a:r>
            <a:br>
              <a:rPr lang="da-DK" sz="8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sz="8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Mao Ray Among Nakita</a:t>
            </a:r>
            <a:br>
              <a:rPr lang="da-DK" sz="8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sz="8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Panagway Nga Masanagon</a:t>
            </a:r>
            <a:endParaRPr lang="en-US" sz="8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03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Bulahan Ug Bulahan</a:t>
            </a:r>
            <a:br>
              <a:rPr lang="sv-SE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Tagbalay Nga Gi Awitan</a:t>
            </a:r>
            <a:br>
              <a:rPr lang="sv-SE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Awit Nga Halangdumon</a:t>
            </a:r>
            <a:br>
              <a:rPr lang="sv-SE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 Tanang Pasko Magmalipayon</a:t>
            </a:r>
            <a:endParaRPr lang="en-US" sz="8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5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84819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Bag-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Tuig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Bag Ong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Kinabuhi</a:t>
            </a:r>
            <a:b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Duyog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Atong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Pagbati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021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7" y="150018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Atong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Awitan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Atong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Laylayan</a:t>
            </a:r>
            <a:b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Arun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Magmalipayon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60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da-DK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Kasadya Ning Taknaa</a:t>
            </a:r>
            <a:br>
              <a:rPr lang="da-DK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Dapit Sa Kahimayaan</a:t>
            </a:r>
            <a:br>
              <a:rPr lang="da-DK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Mao Ray Among Nakita</a:t>
            </a:r>
            <a:br>
              <a:rPr lang="da-DK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Panagway Nga Masanagon</a:t>
            </a:r>
            <a:endParaRPr lang="en-US" sz="8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91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Bulahan Ug Bulahan</a:t>
            </a:r>
            <a:br>
              <a:rPr lang="sv-SE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Tagbalay Nga Gi Awitan</a:t>
            </a:r>
            <a:br>
              <a:rPr lang="sv-SE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Awit Nga Halangdumon</a:t>
            </a:r>
            <a:br>
              <a:rPr lang="sv-SE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Tanang Pasko Magmalipayon</a:t>
            </a:r>
            <a:endParaRPr lang="en-US" sz="8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051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84819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Bag-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Tuig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Bag Ong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Kinabuhi</a:t>
            </a:r>
            <a:b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Duyog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Atong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Pagbati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556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7" y="150018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Atong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Awitan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Atong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Laylayan</a:t>
            </a:r>
            <a:b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Arun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Magmalipayon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398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da-DK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Kasadya Ning Taknaa</a:t>
            </a:r>
            <a:br>
              <a:rPr lang="da-DK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Dapit Sa Kahimayaan</a:t>
            </a:r>
            <a:br>
              <a:rPr lang="da-DK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Mao Ray Among Nakita</a:t>
            </a:r>
            <a:br>
              <a:rPr lang="da-DK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Panagway Nga Masanagon</a:t>
            </a:r>
            <a:endParaRPr lang="en-US" sz="8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291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Bulahan Ug Bulahan</a:t>
            </a:r>
            <a:br>
              <a:rPr lang="sv-SE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Tagbalay Nga Gi Awitan</a:t>
            </a:r>
            <a:br>
              <a:rPr lang="sv-SE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Awit Nga Halangdumon</a:t>
            </a:r>
            <a:br>
              <a:rPr lang="sv-SE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Tanang Pasko Magmalipayon</a:t>
            </a:r>
            <a:endParaRPr lang="en-US" sz="8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264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Awit Nga Halangdomon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Tanang Pasko Magmalipayon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368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152</Words>
  <Application>Microsoft Office PowerPoint</Application>
  <PresentationFormat>Widescreen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Kasadya Ning Taknaa Dapit Sa Kahimayaan Mao Ray Among Nakita Ang Panagway Nga Masanagon</vt:lpstr>
      <vt:lpstr>Bulahan Ug Bulahan Ang Tagbalay Nga Gi Awitan Awit Nga Halangdumon Sa Tanang Pasko Magmalipayon</vt:lpstr>
      <vt:lpstr>Bag-ong Tuig Bag Ong Kinabuhi Duyog Sa Atong Mga Pagbati</vt:lpstr>
      <vt:lpstr>Atong Awitan Ug Atong Laylayan Arun Magmalipayon</vt:lpstr>
      <vt:lpstr>Kasadya Ning Taknaa Dapit Sa Kahimayaan Mao Ray Among Nakita Ang Panagway Nga Masanagon</vt:lpstr>
      <vt:lpstr>Bulahan Ug Bulahan Ang Tagbalay Nga Gi Awitan Awit Nga Halangdumon Sa Tanang Pasko Magmalipayon</vt:lpstr>
      <vt:lpstr>Bag-ong Tuig Bag Ong Kinabuhi Duyog Sa Atong Mga Pagbati</vt:lpstr>
      <vt:lpstr>Atong Awitan Ug Atong Laylayan Arun Magmalipayon</vt:lpstr>
      <vt:lpstr>Kasadya Ning Taknaa Dapit Sa Kahimayaan Mao Ray Among Nakita Ang Panagway Nga Masanagon</vt:lpstr>
      <vt:lpstr>Bulahan Ug Bulahan Ang Tagbalay Nga Gi Awitan Awit Nga Halangdumon Sa Tanang Pasko Magmalipayon</vt:lpstr>
      <vt:lpstr>Awit Nga Halangdomon Sa Tanang Pasko Magmalipayon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8</cp:revision>
  <dcterms:created xsi:type="dcterms:W3CDTF">2025-01-20T04:39:07Z</dcterms:created>
  <dcterms:modified xsi:type="dcterms:W3CDTF">2025-12-30T12:41:31Z</dcterms:modified>
</cp:coreProperties>
</file>