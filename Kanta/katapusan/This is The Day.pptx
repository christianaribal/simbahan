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476" r:id="rId3"/>
    <p:sldId id="468" r:id="rId4"/>
    <p:sldId id="477" r:id="rId5"/>
    <p:sldId id="469" r:id="rId6"/>
    <p:sldId id="478" r:id="rId7"/>
    <p:sldId id="470" r:id="rId8"/>
    <p:sldId id="479" r:id="rId9"/>
    <p:sldId id="480" r:id="rId10"/>
    <p:sldId id="48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Day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95F52-B7CA-4705-AE32-6799371D6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2516"/>
            <a:ext cx="10515600" cy="5472967"/>
          </a:xfrm>
        </p:spPr>
        <p:txBody>
          <a:bodyPr>
            <a:normAutofit/>
          </a:bodyPr>
          <a:lstStyle/>
          <a:p>
            <a:pPr algn="ctr"/>
            <a:r>
              <a:rPr lang="en-PH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[Intro]</a:t>
            </a:r>
            <a:br>
              <a:rPr lang="en-PH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PH" sz="88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   A D</a:t>
            </a:r>
          </a:p>
        </p:txBody>
      </p:sp>
    </p:spTree>
    <p:extLst>
      <p:ext uri="{BB962C8B-B14F-4D97-AF65-F5344CB8AC3E}">
        <p14:creationId xmlns:p14="http://schemas.microsoft.com/office/powerpoint/2010/main" val="750569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 The Day, This Is The Day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830E8C-610D-4073-AA73-B4F60A414A38}"/>
              </a:ext>
            </a:extLst>
          </p:cNvPr>
          <p:cNvSpPr/>
          <p:nvPr/>
        </p:nvSpPr>
        <p:spPr>
          <a:xfrm>
            <a:off x="-104235" y="1392701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203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The Lord Ha Made, That The Lord Has Made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170CD4-6C1E-4DCD-B86C-C3429F7C78B0}"/>
              </a:ext>
            </a:extLst>
          </p:cNvPr>
          <p:cNvSpPr/>
          <p:nvPr/>
        </p:nvSpPr>
        <p:spPr>
          <a:xfrm>
            <a:off x="1041006" y="815924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426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Will Rejoice, We Will Rejoice</a:t>
            </a:r>
            <a:b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Be Glad In It,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B2E33C-5332-45F5-814D-8A58DEA901FF}"/>
              </a:ext>
            </a:extLst>
          </p:cNvPr>
          <p:cNvSpPr/>
          <p:nvPr/>
        </p:nvSpPr>
        <p:spPr>
          <a:xfrm>
            <a:off x="-112542" y="142876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A32724-AC0D-4C0C-BA6C-D6C7755F9508}"/>
              </a:ext>
            </a:extLst>
          </p:cNvPr>
          <p:cNvSpPr/>
          <p:nvPr/>
        </p:nvSpPr>
        <p:spPr>
          <a:xfrm>
            <a:off x="5202701" y="403728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797406-2E7A-488D-A85F-EA4FFD13C450}"/>
              </a:ext>
            </a:extLst>
          </p:cNvPr>
          <p:cNvSpPr/>
          <p:nvPr/>
        </p:nvSpPr>
        <p:spPr>
          <a:xfrm>
            <a:off x="7859150" y="4037281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50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Be Glad In It,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B2E33C-5332-45F5-814D-8A58DEA901FF}"/>
              </a:ext>
            </a:extLst>
          </p:cNvPr>
          <p:cNvSpPr/>
          <p:nvPr/>
        </p:nvSpPr>
        <p:spPr>
          <a:xfrm>
            <a:off x="759654" y="2042014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29AAE0-EEBC-4A5E-B719-B3382A439FC0}"/>
              </a:ext>
            </a:extLst>
          </p:cNvPr>
          <p:cNvSpPr/>
          <p:nvPr/>
        </p:nvSpPr>
        <p:spPr>
          <a:xfrm>
            <a:off x="7887286" y="209593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274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84820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10666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This Is The Day That The Lord Has Made,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2719F2-0318-4CCD-80A4-84AA495758C3}"/>
              </a:ext>
            </a:extLst>
          </p:cNvPr>
          <p:cNvSpPr/>
          <p:nvPr/>
        </p:nvSpPr>
        <p:spPr>
          <a:xfrm>
            <a:off x="3427906" y="408086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17A9D6-6E3C-4B04-B02C-9C0E3A7EDCDD}"/>
              </a:ext>
            </a:extLst>
          </p:cNvPr>
          <p:cNvSpPr/>
          <p:nvPr/>
        </p:nvSpPr>
        <p:spPr>
          <a:xfrm>
            <a:off x="8329690" y="208698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021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Will Rejoice</a:t>
            </a:r>
            <a:b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Be Glad In It,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B2E33C-5332-45F5-814D-8A58DEA901FF}"/>
              </a:ext>
            </a:extLst>
          </p:cNvPr>
          <p:cNvSpPr/>
          <p:nvPr/>
        </p:nvSpPr>
        <p:spPr>
          <a:xfrm>
            <a:off x="1146628" y="81743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A32724-AC0D-4C0C-BA6C-D6C7755F9508}"/>
              </a:ext>
            </a:extLst>
          </p:cNvPr>
          <p:cNvSpPr/>
          <p:nvPr/>
        </p:nvSpPr>
        <p:spPr>
          <a:xfrm>
            <a:off x="5037811" y="349764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797406-2E7A-488D-A85F-EA4FFD13C450}"/>
              </a:ext>
            </a:extLst>
          </p:cNvPr>
          <p:cNvSpPr/>
          <p:nvPr/>
        </p:nvSpPr>
        <p:spPr>
          <a:xfrm>
            <a:off x="9223247" y="349763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240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 The Day, This Is The Day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830E8C-610D-4073-AA73-B4F60A414A38}"/>
              </a:ext>
            </a:extLst>
          </p:cNvPr>
          <p:cNvSpPr/>
          <p:nvPr/>
        </p:nvSpPr>
        <p:spPr>
          <a:xfrm>
            <a:off x="-44276" y="1392701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845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The Lord Has Made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170CD4-6C1E-4DCD-B86C-C3429F7C78B0}"/>
              </a:ext>
            </a:extLst>
          </p:cNvPr>
          <p:cNvSpPr/>
          <p:nvPr/>
        </p:nvSpPr>
        <p:spPr>
          <a:xfrm>
            <a:off x="5553048" y="1565424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277731-E486-459C-BD5E-11236B657114}"/>
              </a:ext>
            </a:extLst>
          </p:cNvPr>
          <p:cNvSpPr/>
          <p:nvPr/>
        </p:nvSpPr>
        <p:spPr>
          <a:xfrm>
            <a:off x="8103876" y="1567921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ED03F3-7F28-49F9-8ACF-99E23ABC8130}"/>
              </a:ext>
            </a:extLst>
          </p:cNvPr>
          <p:cNvSpPr/>
          <p:nvPr/>
        </p:nvSpPr>
        <p:spPr>
          <a:xfrm>
            <a:off x="4054029" y="2824598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922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104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[Intro] D   A D</vt:lpstr>
      <vt:lpstr>This I The Day, This Is The Day</vt:lpstr>
      <vt:lpstr>That The Lord Ha Made, That The Lord Has Made</vt:lpstr>
      <vt:lpstr>We Will Rejoice, We Will Rejoice  And Be Glad In It, </vt:lpstr>
      <vt:lpstr>And Be Glad In It,</vt:lpstr>
      <vt:lpstr>For This Is The Day That The Lord Has Made,</vt:lpstr>
      <vt:lpstr>We Will Rejoice  And Be Glad In It, </vt:lpstr>
      <vt:lpstr>This I The Day, This Is The Day</vt:lpstr>
      <vt:lpstr>That The Lord Has Made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13</cp:revision>
  <dcterms:created xsi:type="dcterms:W3CDTF">2025-01-20T04:39:07Z</dcterms:created>
  <dcterms:modified xsi:type="dcterms:W3CDTF">2026-01-03T22:17:10Z</dcterms:modified>
</cp:coreProperties>
</file>