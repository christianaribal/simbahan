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68" r:id="rId3"/>
    <p:sldId id="469" r:id="rId4"/>
    <p:sldId id="470" r:id="rId5"/>
    <p:sldId id="471" r:id="rId6"/>
    <p:sldId id="472" r:id="rId7"/>
    <p:sldId id="546" r:id="rId8"/>
    <p:sldId id="570" r:id="rId9"/>
    <p:sldId id="571" r:id="rId10"/>
    <p:sldId id="572" r:id="rId11"/>
    <p:sldId id="573" r:id="rId12"/>
    <p:sldId id="576" r:id="rId13"/>
    <p:sldId id="577" r:id="rId14"/>
    <p:sldId id="574" r:id="rId15"/>
    <p:sldId id="575" r:id="rId16"/>
    <p:sldId id="5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Hail Mary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Hail Mary, Gentle Woman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Hail Mary, full of grace,</a:t>
            </a: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Lord Is With You.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Are You Among Women</a:t>
            </a: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Blest Is The Fruit Of Your Womb, Jesus.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Holy Mary, Mother Of God,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Pray For Us Sinners Now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At The Hour Of Death.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84820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By The Father;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For The Son.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8" y="150019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Were Chosen From All Women</a:t>
            </a:r>
            <a:b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666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For Woman, Shining One.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2814446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1527242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Are You Among Women,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Blest In Turn All Women, Too.</a:t>
            </a:r>
          </a:p>
        </p:txBody>
      </p:sp>
    </p:spTree>
    <p:extLst>
      <p:ext uri="{BB962C8B-B14F-4D97-AF65-F5344CB8AC3E}">
        <p14:creationId xmlns:p14="http://schemas.microsoft.com/office/powerpoint/2010/main" val="105141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They With Peaceful Spirits.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Blessed They With Gentle Hearts.</a:t>
            </a:r>
          </a:p>
        </p:txBody>
      </p:sp>
    </p:spTree>
    <p:extLst>
      <p:ext uri="{BB962C8B-B14F-4D97-AF65-F5344CB8AC3E}">
        <p14:creationId xmlns:p14="http://schemas.microsoft.com/office/powerpoint/2010/main" val="449753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Woman, Quiet Light,</a:t>
            </a:r>
            <a:b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Morning Star, So Strong And Bright,</a:t>
            </a:r>
          </a:p>
        </p:txBody>
      </p:sp>
    </p:spTree>
    <p:extLst>
      <p:ext uri="{BB962C8B-B14F-4D97-AF65-F5344CB8AC3E}">
        <p14:creationId xmlns:p14="http://schemas.microsoft.com/office/powerpoint/2010/main" val="4247066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Gentle Mother, Peaceful Dove,</a:t>
            </a:r>
            <a:b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Wisdom; Teach Us Love.</a:t>
            </a:r>
          </a:p>
        </p:txBody>
      </p:sp>
    </p:spTree>
    <p:extLst>
      <p:ext uri="{BB962C8B-B14F-4D97-AF65-F5344CB8AC3E}">
        <p14:creationId xmlns:p14="http://schemas.microsoft.com/office/powerpoint/2010/main" val="3955449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 Us Love…</a:t>
            </a:r>
          </a:p>
        </p:txBody>
      </p:sp>
    </p:spTree>
    <p:extLst>
      <p:ext uri="{BB962C8B-B14F-4D97-AF65-F5344CB8AC3E}">
        <p14:creationId xmlns:p14="http://schemas.microsoft.com/office/powerpoint/2010/main" val="286259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213</Words>
  <Application>Microsoft Office PowerPoint</Application>
  <PresentationFormat>Widescreen</PresentationFormat>
  <Paragraphs>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Hail Mary, Gentle Woman Hail Mary, full of grace,</vt:lpstr>
      <vt:lpstr>The Lord Is With You. Blessed Are You Among Women</vt:lpstr>
      <vt:lpstr>And Blest Is The Fruit Of Your Womb, Jesus. Holy Mary, Mother Of God,</vt:lpstr>
      <vt:lpstr>Pray For Us Sinners Now And At The Hour Of Death. Amen.</vt:lpstr>
      <vt:lpstr>Gentle Woman, Quiet Light, Morning Star, So Strong And Bright,</vt:lpstr>
      <vt:lpstr>Gentle Mother, Peaceful Dove, Teach Us Wisdom; Teach Us Love.</vt:lpstr>
      <vt:lpstr>You Were Chosen By The Father; You Were Chosen For The Son.</vt:lpstr>
      <vt:lpstr>You Were Chosen From All Women And For Woman, Shining One.</vt:lpstr>
      <vt:lpstr>Gentle Woman, Quiet Light, Morning Star, So Strong And Bright,</vt:lpstr>
      <vt:lpstr>Gentle Mother, Peaceful Dove, Teach Us Wisdom; Teach Us Love.</vt:lpstr>
      <vt:lpstr>Blessed Are You Among Women, Blest In Turn All Women, Too.</vt:lpstr>
      <vt:lpstr>Blessed They With Peaceful Spirits. Blessed They With Gentle Hearts.</vt:lpstr>
      <vt:lpstr>Gentle Woman, Quiet Light, Morning Star, So Strong And Bright,</vt:lpstr>
      <vt:lpstr>Gentle Mother, Peaceful Dove, Teach Us Wisdom; Teach Us Love.</vt:lpstr>
      <vt:lpstr>Teach Us Love…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</cp:revision>
  <dcterms:created xsi:type="dcterms:W3CDTF">2025-01-20T04:39:07Z</dcterms:created>
  <dcterms:modified xsi:type="dcterms:W3CDTF">2025-02-22T10:31:06Z</dcterms:modified>
</cp:coreProperties>
</file>