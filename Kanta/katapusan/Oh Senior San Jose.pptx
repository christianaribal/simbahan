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468" r:id="rId3"/>
    <p:sldId id="469" r:id="rId4"/>
    <p:sldId id="470" r:id="rId5"/>
    <p:sldId id="471" r:id="rId6"/>
    <p:sldId id="472" r:id="rId7"/>
    <p:sldId id="546" r:id="rId8"/>
    <p:sldId id="570" r:id="rId9"/>
    <p:sldId id="5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 Senior San Jose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 Senior San Jose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Matarong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Nga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Gayud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03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Santos Ka Nga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Matuod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84820"/>
            <a:ext cx="11858625" cy="65579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 Senior San Jose</a:t>
            </a:r>
            <a:br>
              <a:rPr lang="en-US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Eposo</a:t>
            </a:r>
            <a:r>
              <a:rPr lang="en-US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Nga </a:t>
            </a:r>
            <a:r>
              <a:rPr lang="en-US" sz="1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Putli</a:t>
            </a:r>
            <a:endParaRPr lang="en-US" sz="1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1720DC-102E-46CF-9904-BC45C283F2C3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44702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50019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fi-FI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Inahan Sa Dios</a:t>
            </a:r>
            <a:br>
              <a:rPr lang="fi-FI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Putlion Mo Kami</a:t>
            </a:r>
            <a:endParaRPr lang="en-US" sz="1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F6A951-CC54-4985-96F1-F352610172B7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54560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 Senior San Jose</a:t>
            </a:r>
            <a:br>
              <a:rPr lang="fi-FI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Nakitaka Nga Takus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39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Kanganla'g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Mabalantay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Bata Nga Si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Hesus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194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84820"/>
            <a:ext cx="11858625" cy="65579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 Senior San Jose</a:t>
            </a:r>
            <a:br>
              <a:rPr lang="en-US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Bantayan</a:t>
            </a:r>
            <a:r>
              <a:rPr lang="en-US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 Kami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1720DC-102E-46CF-9904-BC45C283F2C3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257852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50019"/>
            <a:ext cx="11858625" cy="65579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Among </a:t>
            </a:r>
            <a:r>
              <a:rPr lang="en-US" sz="1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Kamtayo</a:t>
            </a:r>
            <a:br>
              <a:rPr lang="en-US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Tabangan</a:t>
            </a:r>
            <a:r>
              <a:rPr lang="en-US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 Kami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F6A951-CC54-4985-96F1-F352610172B7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567317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Office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Oh Senior San Jose Matarong Ka Nga Gayud</vt:lpstr>
      <vt:lpstr>Ang Imong Kinabuhi Santos Ka Nga Matuod</vt:lpstr>
      <vt:lpstr>Oh Senior San Jose Eposo Ka Nga Putli</vt:lpstr>
      <vt:lpstr>Sa Inahan Sa Dios Putlion Mo Kami</vt:lpstr>
      <vt:lpstr>Oh Senior San Jose Nakitaka Nga Takus</vt:lpstr>
      <vt:lpstr>Kanganla'g Mabalantay Sa Bata Nga Si Hesus</vt:lpstr>
      <vt:lpstr>Oh Senior San Jose Bantayan Mo Kami</vt:lpstr>
      <vt:lpstr>Sa Among Kamtayo Tabangan Mo Kami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2025-01-20T04:39:07Z</dcterms:created>
  <dcterms:modified xsi:type="dcterms:W3CDTF">2025-03-20T11:06:11Z</dcterms:modified>
</cp:coreProperties>
</file>