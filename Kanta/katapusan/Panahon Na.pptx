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468" r:id="rId3"/>
    <p:sldId id="469" r:id="rId4"/>
    <p:sldId id="470" r:id="rId5"/>
    <p:sldId id="471" r:id="rId6"/>
    <p:sldId id="472" r:id="rId7"/>
    <p:sldId id="546" r:id="rId8"/>
    <p:sldId id="570" r:id="rId9"/>
    <p:sldId id="5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Tumanon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Damgo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Pagabuhaton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Lamdagan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US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03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Bag-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ohon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Kaigsoonan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Pagtamod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Pagbati</a:t>
            </a:r>
            <a:endParaRPr lang="en-US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84820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Ayaw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Usiki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Panahaon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Matag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Takna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Bulawanon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1720DC-102E-46CF-9904-BC45C283F2C3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44702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8" y="150019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Paningkamutan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Paglakaw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F6A951-CC54-4985-96F1-F352610172B7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54560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Wagtangon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Bisyo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Matinud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-on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Lamdagan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US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396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Tul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-iron Ta Ang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Kadalanan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Kaigsoonan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Tultulan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Kagawasan</a:t>
            </a:r>
            <a:endParaRPr lang="en-US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194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84820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Ayaw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Usiki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Panahaon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Matag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Takna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Bulawanon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1720DC-102E-46CF-9904-BC45C283F2C3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257852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8" y="150019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Paningkamutan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Paglakaw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F6A951-CC54-4985-96F1-F352610172B7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567317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93</Words>
  <Application>Microsoft Office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Panahon Na, Tumanon Ta Ang Mga Damgo Ang Pagabuhaton Lamdagan Sa Ginoo</vt:lpstr>
      <vt:lpstr>Panahon Na, Bag-ohon Ta Ang Kinabuhi Sa Kaigsoonan Ang Pagtamod Ug Pagbati</vt:lpstr>
      <vt:lpstr>Ayaw Usiki Ang Panahaon Ang Matag Takna Bulawanon</vt:lpstr>
      <vt:lpstr>Paningkamutan Ta Ang Paglakaw Sa Katarung</vt:lpstr>
      <vt:lpstr>Panahon Na, Wagtangon Ta Ang Mga Bisyo Ang Matinud-on Lamdagan Sa Ginoo</vt:lpstr>
      <vt:lpstr>Panahon Na, Tul-iron Ta Ang Kadalanan Ang Kaigsoonan Tultulan Sa Kagawasan</vt:lpstr>
      <vt:lpstr>Ayaw Usiki Ang Panahaon Ang Matag Takna Bulawanon</vt:lpstr>
      <vt:lpstr>Paningkamutan Ta Ang Paglakaw Sa Katarung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8</cp:revision>
  <dcterms:created xsi:type="dcterms:W3CDTF">2025-01-20T04:39:07Z</dcterms:created>
  <dcterms:modified xsi:type="dcterms:W3CDTF">2025-02-15T12:16:07Z</dcterms:modified>
</cp:coreProperties>
</file>