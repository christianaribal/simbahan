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468" r:id="rId3"/>
    <p:sldId id="469" r:id="rId4"/>
    <p:sldId id="470" r:id="rId5"/>
    <p:sldId id="471" r:id="rId6"/>
    <p:sldId id="472" r:id="rId7"/>
    <p:sldId id="546" r:id="rId8"/>
    <p:sldId id="5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Kalinaw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kalinaw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ibilin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kalinaw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ihatag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Sama Sa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Inyong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Saksihan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Kalinaw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Ninyo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Ihatag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84820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Panglakaw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Kamo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Kaigsoonan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Ngadto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Tibook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03524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Isangyaw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Maayong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Balita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Isangyaw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Ninyo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6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Ipakita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Kaayo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Ngadto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Inyong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Isig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Tawo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39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Wala Na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Kamoy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Kahadlokan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Anaa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Inyong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Kiliran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194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84820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Kalinaw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Ibilin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Kalinaw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Ihatag</a:t>
            </a: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 </a:t>
            </a:r>
            <a:r>
              <a:rPr lang="en-U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852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76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Ang kalinaw ibilin ko kaninyo ang kalinaw ihatag ko kaninyo</vt:lpstr>
      <vt:lpstr>Ug Sama Sa Inyong Na Saksihan Kalinaw Ninyo Ihatag Sa Tanan</vt:lpstr>
      <vt:lpstr>Nan Panglakaw Kamo Kaigsoonan Ngadto Sa Tibook Kalibutan</vt:lpstr>
      <vt:lpstr>Isangyaw Ang Maayong Balita Isangyaw Ninyo Ang Kaluwasan</vt:lpstr>
      <vt:lpstr>Ipakita Ang Gugma Ug Kaayo Ngadto Sa Inyong Isig Ka Tawo</vt:lpstr>
      <vt:lpstr>Wala Na Kamoy Kahadlokan Anaa Ako Sa Inyong Kiliran</vt:lpstr>
      <vt:lpstr>Ang Kalinaw Ibilin Ko Kaninyo Ang Kalinaw Ihatag Ko Kaninyo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2025-01-20T04:39:07Z</dcterms:created>
  <dcterms:modified xsi:type="dcterms:W3CDTF">2025-04-27T01:15:15Z</dcterms:modified>
</cp:coreProperties>
</file>