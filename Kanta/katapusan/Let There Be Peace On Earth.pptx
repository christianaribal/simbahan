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468" r:id="rId3"/>
    <p:sldId id="469" r:id="rId4"/>
    <p:sldId id="470" r:id="rId5"/>
    <p:sldId id="471" r:id="rId6"/>
    <p:sldId id="472" r:id="rId7"/>
    <p:sldId id="546" r:id="rId8"/>
    <p:sldId id="547" r:id="rId9"/>
    <p:sldId id="55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There Be Peace On Earth</a:t>
            </a: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There Be Peace On Earth</a:t>
            </a:r>
            <a:b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Let It Begin With Me</a:t>
            </a:r>
          </a:p>
        </p:txBody>
      </p:sp>
    </p:spTree>
    <p:extLst>
      <p:ext uri="{BB962C8B-B14F-4D97-AF65-F5344CB8AC3E}">
        <p14:creationId xmlns:p14="http://schemas.microsoft.com/office/powerpoint/2010/main" val="1483203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There Be Peace On Earth,</a:t>
            </a:r>
            <a:b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Peace That Was ,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Eant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Be</a:t>
            </a:r>
          </a:p>
        </p:txBody>
      </p:sp>
    </p:spTree>
    <p:extLst>
      <p:ext uri="{BB962C8B-B14F-4D97-AF65-F5344CB8AC3E}">
        <p14:creationId xmlns:p14="http://schemas.microsoft.com/office/powerpoint/2010/main" val="19575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84820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God As Our Father,</a:t>
            </a:r>
            <a:b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Are Family. Let Peace Begin With Me,</a:t>
            </a:r>
          </a:p>
        </p:txBody>
      </p:sp>
    </p:spTree>
    <p:extLst>
      <p:ext uri="{BB962C8B-B14F-4D97-AF65-F5344CB8AC3E}">
        <p14:creationId xmlns:p14="http://schemas.microsoft.com/office/powerpoint/2010/main" val="3447021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8" y="150019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This Be The Moment Now, With Every Step I Take</a:t>
            </a:r>
            <a:b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This Be My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Solem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Vow, To Take Each</a:t>
            </a:r>
          </a:p>
        </p:txBody>
      </p:sp>
    </p:spTree>
    <p:extLst>
      <p:ext uri="{BB962C8B-B14F-4D97-AF65-F5344CB8AC3E}">
        <p14:creationId xmlns:p14="http://schemas.microsoft.com/office/powerpoint/2010/main" val="54560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Moment And Live Each Moment, In Peace Eternally.</a:t>
            </a:r>
            <a:b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There Be Peace On Earth And Let It Begin With Me</a:t>
            </a:r>
          </a:p>
        </p:txBody>
      </p:sp>
    </p:spTree>
    <p:extLst>
      <p:ext uri="{BB962C8B-B14F-4D97-AF65-F5344CB8AC3E}">
        <p14:creationId xmlns:p14="http://schemas.microsoft.com/office/powerpoint/2010/main" val="4097396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There Be Peace On Earth</a:t>
            </a:r>
            <a:b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Let It Begin With Me</a:t>
            </a:r>
          </a:p>
        </p:txBody>
      </p:sp>
    </p:spTree>
    <p:extLst>
      <p:ext uri="{BB962C8B-B14F-4D97-AF65-F5344CB8AC3E}">
        <p14:creationId xmlns:p14="http://schemas.microsoft.com/office/powerpoint/2010/main" val="2466194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There Be Peace On Earth,</a:t>
            </a:r>
            <a:b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Peace That Was ,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Eant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Be</a:t>
            </a:r>
          </a:p>
        </p:txBody>
      </p:sp>
    </p:spTree>
    <p:extLst>
      <p:ext uri="{BB962C8B-B14F-4D97-AF65-F5344CB8AC3E}">
        <p14:creationId xmlns:p14="http://schemas.microsoft.com/office/powerpoint/2010/main" val="1704714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  <a:noFill/>
        </p:spPr>
        <p:txBody>
          <a:bodyPr anchor="ctr">
            <a:no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It Begin With Me</a:t>
            </a:r>
          </a:p>
        </p:txBody>
      </p:sp>
    </p:spTree>
    <p:extLst>
      <p:ext uri="{BB962C8B-B14F-4D97-AF65-F5344CB8AC3E}">
        <p14:creationId xmlns:p14="http://schemas.microsoft.com/office/powerpoint/2010/main" val="3259568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132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Let There Be Peace On Earth And Let It Begin With Me</vt:lpstr>
      <vt:lpstr>Let There Be Peace On Earth, The Peace That Was ,Eant To Be</vt:lpstr>
      <vt:lpstr>With God As Our Father, We Are Family. Let Peace Begin With Me,</vt:lpstr>
      <vt:lpstr>Let This Be The Moment Now, With Every Step I Take Let This Be My Solem Vow, To Take Each</vt:lpstr>
      <vt:lpstr>Moment And Live Each Moment, In Peace Eternally. Let There Be Peace On Earth And Let It Begin With Me</vt:lpstr>
      <vt:lpstr>Let There Be Peace On Earth And Let It Begin With Me</vt:lpstr>
      <vt:lpstr>Let There Be Peace On Earth, The Peace That Was ,Eant To Be</vt:lpstr>
      <vt:lpstr>Let It Begin With 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chrizzchan98@gmail.com</cp:lastModifiedBy>
  <cp:revision>9</cp:revision>
  <dcterms:created xsi:type="dcterms:W3CDTF">2025-01-20T04:39:07Z</dcterms:created>
  <dcterms:modified xsi:type="dcterms:W3CDTF">2025-07-05T22:12:17Z</dcterms:modified>
</cp:coreProperties>
</file>