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7" r:id="rId10"/>
    <p:sldId id="2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Huni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sa kinabuhi</a:t>
            </a:r>
            <a:b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Bag-ong mithi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Awit Sa Kasing-kasing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Paglaun Magapabilin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7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Balik tan-aw sa nangagi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Pamalandong sa kinabuhi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 Sa Kaayo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 Sa Ginoo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Sa Kinabuhi</a:t>
            </a:r>
            <a:b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Bag-ong Mithi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3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Lantaw Ngadto Sa Kaugmaon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Kadasig Nagapadayon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33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sa kinabuhi</a:t>
            </a:r>
            <a:b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Bag-ong huni Bag-ong mithi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3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Lantaw ngadto sa kaugmaon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kadasig nagapadayon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54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kadasig magapadayon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752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Bag-ong huni sa kinabuhi Bag-ong huni Bag-ong mithi</vt:lpstr>
      <vt:lpstr>Bag-ong Awit Sa Kasing-kasing Sa Paglaun Magapabilin</vt:lpstr>
      <vt:lpstr>Balik tan-aw sa nangagi Pamalandong sa kinabuhi</vt:lpstr>
      <vt:lpstr>Pasalamat Sa Kaayo Pasalamat Sa Ginoo</vt:lpstr>
      <vt:lpstr>Bag-ong Huni Sa Kinabuhi Bag-ong Huni Bag-ong Mithi</vt:lpstr>
      <vt:lpstr>Lantaw Ngadto Sa Kaugmaon Sa Kadasig Nagapadayon</vt:lpstr>
      <vt:lpstr>Bag-ong huni sa kinabuhi Bag-ong huni Bag-ong mithi</vt:lpstr>
      <vt:lpstr>Lantaw ngadto sa kaugmaon Sa kadasig nagapadayon</vt:lpstr>
      <vt:lpstr>Sa kadasig magapadayon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8</cp:revision>
  <dcterms:created xsi:type="dcterms:W3CDTF">2025-01-20T04:39:07Z</dcterms:created>
  <dcterms:modified xsi:type="dcterms:W3CDTF">2025-01-20T07:27:23Z</dcterms:modified>
</cp:coreProperties>
</file>