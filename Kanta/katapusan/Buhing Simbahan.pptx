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7" r:id="rId10"/>
    <p:sldId id="298" r:id="rId11"/>
    <p:sldId id="299" r:id="rId12"/>
    <p:sldId id="3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-14068" y="14068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Buhing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Simbahan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Pag Alagad Sa Katilingban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anunay Atong Itahan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Pagpuyo Sa Lig-ong Baruganan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Pagpalambo Sa Atong Simbahan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Panahon Sa Mga Kalisdanan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Lig-ong Pagtuo Ang Atong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Pagahuptan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Diyos Kita Dili Pagabiyaan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 Kanato Kanunay Mag Uban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 Katawhan Maghiusa Ta Sa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Pagmantala Sa Maayong Balita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 Ug Buhat Sa Kamatuoran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Maoy Timaan Sa Buhing Simbahan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Buhaton Ta Ang Iyang Kasugo-an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Paghigugmag Pag Alagad Sa Tanan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Katungod Sa Katawhan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Panalipdan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Paharion Ang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Hustisyag Kaangayan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75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Busa Katawhan Maghiusa Ta Sa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Pagmantala Sa Maayong Balita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42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Pulong Ug Buhat Sa Kamatuoran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Maoy Timaan Sa Buhing Simbahan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3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108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Ang Pag Alagad Sa Katilingban Sa Kanunay Atong Itahan</vt:lpstr>
      <vt:lpstr>Pagpuyo Sa Lig-ong Baruganan Pagpalambo Sa Atong Simbahan</vt:lpstr>
      <vt:lpstr>Sa Panahon Sa Mga Kalisdanan Lig-ong Pagtuo Ang Atong, Pagahuptan</vt:lpstr>
      <vt:lpstr>Sa Diyos Kita Dili Pagabiyaan Siya Kanato Kanunay Mag Uban</vt:lpstr>
      <vt:lpstr>Busa Katawhan Maghiusa Ta Sa Pagmantala Sa Maayong Balita</vt:lpstr>
      <vt:lpstr>Pulong Ug Buhat Sa Kamatuoran Maoy Timaan Sa Buhing Simbahan</vt:lpstr>
      <vt:lpstr>Buhaton Ta Ang Iyang Kasugo-an Paghigugmag Pag Alagad Sa Tanan</vt:lpstr>
      <vt:lpstr>Katungod Sa Katawhan Panalipdan Paharion Ang</vt:lpstr>
      <vt:lpstr>Hustisyag Kaangayan</vt:lpstr>
      <vt:lpstr>Busa Katawhan Maghiusa Ta Sa Pagmantala Sa Maayong Balita</vt:lpstr>
      <vt:lpstr>Pulong Ug Buhat Sa Kamatuoran Maoy Timaan Sa Buhing Simbahan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9</cp:revision>
  <dcterms:created xsi:type="dcterms:W3CDTF">2025-01-20T04:39:07Z</dcterms:created>
  <dcterms:modified xsi:type="dcterms:W3CDTF">2025-09-21T01:41:27Z</dcterms:modified>
</cp:coreProperties>
</file>