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34"/>
  </p:notesMasterIdLst>
  <p:sldIdLst>
    <p:sldId id="643" r:id="rId3"/>
    <p:sldId id="256" r:id="rId4"/>
    <p:sldId id="257" r:id="rId5"/>
    <p:sldId id="258" r:id="rId6"/>
    <p:sldId id="259" r:id="rId7"/>
    <p:sldId id="260" r:id="rId8"/>
    <p:sldId id="261" r:id="rId9"/>
    <p:sldId id="554" r:id="rId10"/>
    <p:sldId id="555" r:id="rId11"/>
    <p:sldId id="578" r:id="rId12"/>
    <p:sldId id="579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601" r:id="rId24"/>
    <p:sldId id="602" r:id="rId25"/>
    <p:sldId id="279" r:id="rId26"/>
    <p:sldId id="280" r:id="rId27"/>
    <p:sldId id="281" r:id="rId28"/>
    <p:sldId id="282" r:id="rId29"/>
    <p:sldId id="380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618" r:id="rId49"/>
    <p:sldId id="619" r:id="rId50"/>
    <p:sldId id="620" r:id="rId51"/>
    <p:sldId id="621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566" r:id="rId73"/>
    <p:sldId id="568" r:id="rId74"/>
    <p:sldId id="567" r:id="rId75"/>
    <p:sldId id="569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54" r:id="rId87"/>
    <p:sldId id="356" r:id="rId88"/>
    <p:sldId id="357" r:id="rId89"/>
    <p:sldId id="358" r:id="rId90"/>
    <p:sldId id="622" r:id="rId91"/>
    <p:sldId id="623" r:id="rId92"/>
    <p:sldId id="614" r:id="rId93"/>
    <p:sldId id="359" r:id="rId94"/>
    <p:sldId id="624" r:id="rId95"/>
    <p:sldId id="625" r:id="rId96"/>
    <p:sldId id="360" r:id="rId97"/>
    <p:sldId id="615" r:id="rId98"/>
    <p:sldId id="626" r:id="rId99"/>
    <p:sldId id="627" r:id="rId100"/>
    <p:sldId id="616" r:id="rId101"/>
    <p:sldId id="617" r:id="rId102"/>
    <p:sldId id="628" r:id="rId103"/>
    <p:sldId id="629" r:id="rId104"/>
    <p:sldId id="347" r:id="rId105"/>
    <p:sldId id="348" r:id="rId106"/>
    <p:sldId id="284" r:id="rId107"/>
    <p:sldId id="501" r:id="rId108"/>
    <p:sldId id="558" r:id="rId109"/>
    <p:sldId id="502" r:id="rId110"/>
    <p:sldId id="534" r:id="rId111"/>
    <p:sldId id="535" r:id="rId112"/>
    <p:sldId id="580" r:id="rId113"/>
    <p:sldId id="581" r:id="rId114"/>
    <p:sldId id="582" r:id="rId115"/>
    <p:sldId id="583" r:id="rId116"/>
    <p:sldId id="584" r:id="rId117"/>
    <p:sldId id="585" r:id="rId118"/>
    <p:sldId id="586" r:id="rId119"/>
    <p:sldId id="587" r:id="rId120"/>
    <p:sldId id="364" r:id="rId121"/>
    <p:sldId id="365" r:id="rId122"/>
    <p:sldId id="468" r:id="rId123"/>
    <p:sldId id="469" r:id="rId124"/>
    <p:sldId id="470" r:id="rId125"/>
    <p:sldId id="631" r:id="rId126"/>
    <p:sldId id="471" r:id="rId127"/>
    <p:sldId id="472" r:id="rId128"/>
    <p:sldId id="630" r:id="rId129"/>
    <p:sldId id="632" r:id="rId130"/>
    <p:sldId id="546" r:id="rId131"/>
    <p:sldId id="570" r:id="rId132"/>
    <p:sldId id="375" r:id="rId1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79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25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theme" Target="theme/theme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notesMaster" Target="notesMasters/notesMaster1.xml"/><Relationship Id="rId139" Type="http://schemas.openxmlformats.org/officeDocument/2006/relationships/tableStyles" Target="tableStyle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commentAuthors" Target="commentAuthor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2:33:31.343" idx="1">
    <p:pos x="10" y="10"/>
    <p:text/>
    <p:extLst>
      <p:ext uri="{C676402C-5697-4E1C-873F-D02D1690AC5C}">
        <p15:threadingInfo xmlns:p15="http://schemas.microsoft.com/office/powerpoint/2012/main" timeZoneBias="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24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8fd32eb22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2f8fd32eb22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f8fd32eb22_1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2f8fd32eb22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8fd32eb22_1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8fd32eb22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5397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5613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9131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8fd32eb22_1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8fd32eb22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8530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8fd32eb22_1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2f8fd32eb22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8fd32eb22_1_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2f8fd32eb22_1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8fd32eb22_1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2f8fd32eb22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8fd32eb22_1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f8fd32eb22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8fd32eb22_1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f8fd32eb22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8fd32eb22_1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2f8fd32eb22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8fd32eb22_1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2f8fd32eb22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f8fd32eb22_1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2f8fd32eb22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f8fd32eb22_1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2f8fd32eb22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f8fd32eb22_1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2f8fd32eb22_1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f8fd32eb22_1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2f8fd32eb22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8fd32eb22_1_1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2f8fd32eb22_1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8fd32eb22_1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f8fd32eb22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8fd32eb22_1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f8fd32eb22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f8fd32eb22_1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2f8fd32eb22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f8fd32eb22_1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f8fd32eb22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8fd32eb22_1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f8fd32eb22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8fd32eb22_1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2f8fd32eb22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f8fd32eb22_1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f8fd32eb22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8fd32eb22_1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f8fd32eb22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8fd32eb22_1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f8fd32eb22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f8fd32eb22_1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2f8fd32eb22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f8fd32eb22_1_2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f8fd32eb22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8fd32eb22_1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2f8fd32eb22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f8fd32eb22_1_2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2f8fd32eb22_1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f8fd32eb22_1_2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2f8fd32eb22_1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f8fd32eb22_1_2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2f8fd32eb22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f8fd32eb22_1_2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2f8fd32eb22_1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f8fd32eb22_1_2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2f8fd32eb22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f8fd32eb22_1_2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2f8fd32eb22_1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f8fd32eb22_1_2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2f8fd32eb22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f8fd32eb22_1_2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f8fd32eb22_1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f8fd32eb22_1_2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f8fd32eb22_1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8fd32eb22_1_2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2f8fd32eb22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8fd32eb22_1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2f8fd32eb22_1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f8fd32eb22_1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g2f8fd32eb22_1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f8fd32eb22_1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2f8fd32eb22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8fd32eb22_1_3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2f8fd32eb22_1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f8fd32eb22_1_3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2f8fd32eb22_1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f8fd32eb22_1_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2f8fd32eb22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f8fd32eb22_1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2f8fd32eb22_1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f8fd32eb22_1_3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2f8fd32eb22_1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f8fd32eb22_1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g2f8fd32eb22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8fd32eb22_1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2f8fd32eb22_1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f8fd32eb22_1_3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g2f8fd32eb22_1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f8fd32eb22_1_3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2f8fd32eb22_1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060506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375706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69866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192311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f8fd32eb22_1_3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g2f8fd32eb22_1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f8fd32eb22_1_3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g2f8fd32eb22_1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f8fd32eb22_1_3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g2f8fd32eb22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f8fd32eb22_1_3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g2f8fd32eb22_1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f8fd32eb22_1_3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2f8fd32eb22_1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f8fd32eb22_1_3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2f8fd32eb22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f8fd32eb22_1_3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g2f8fd32eb22_1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f8fd32eb22_1_3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g2f8fd32eb22_1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f8fd32eb22_1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g2f8fd32eb22_1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f8fd32eb22_1_3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g2f8fd32eb22_1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f8fd32eb22_1_4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g2f8fd32eb22_1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f8fd32eb22_1_4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g2f8fd32eb22_1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8193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f8fd32eb22_1_5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g2f8fd32eb22_1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f8fd32eb22_1_5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g2f8fd32eb22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f8fd32eb22_1_5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g2f8fd32eb22_1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Natawo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Aron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Maghari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Kaayohan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namo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Tanan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Kaming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Makasasala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Tabangi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Birhen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Belen Nga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Inahan</a:t>
            </a:r>
            <a:endParaRPr lang="en-US" sz="6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49824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>
            <a:spLocks noGrp="1"/>
          </p:cNvSpPr>
          <p:nvPr>
            <p:ph type="title"/>
          </p:nvPr>
        </p:nvSpPr>
        <p:spPr>
          <a:xfrm>
            <a:off x="2886515" y="1698197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//PASIUNA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6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Umanhi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Ka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Ayaw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Paglangan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Ginoo</a:t>
            </a:r>
            <a:endParaRPr lang="en-US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Ayaw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Paglangan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Among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Kasing-kasing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Nagahulat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endParaRPr lang="en-US"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Ug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Iamdagi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King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Kadulum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Kanasuran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Nagmasulob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96100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it-IT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Pagdumot Ug Ang Pagkamapahitas-on</a:t>
            </a:r>
            <a:br>
              <a:rPr lang="it-IT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it-IT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Nagdala Kanamo Sa Dakung Kapildihan.</a:t>
            </a:r>
            <a:endParaRPr lang="sv-SE"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5E6E10F-B706-4509-BDEB-0C72EF4B9744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Among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Gilauman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Luwasa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Kami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Kadautan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554697-F705-4E06-9639-DFB27226E77D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Ayaw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Paglangan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Among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Kasing-kasang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Nagatu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-aw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endParaRPr lang="en-US"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2669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Tuburan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Kaayo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Among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Kabubut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-on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Lig-onon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Mo.</a:t>
            </a:r>
          </a:p>
        </p:txBody>
      </p:sp>
    </p:spTree>
    <p:extLst>
      <p:ext uri="{BB962C8B-B14F-4D97-AF65-F5344CB8AC3E}">
        <p14:creationId xmlns:p14="http://schemas.microsoft.com/office/powerpoint/2010/main" val="3372803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96100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it-IT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Pagdumot Ug Ang Pagkamapahitas-on</a:t>
            </a:r>
            <a:br>
              <a:rPr lang="it-IT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it-IT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Nagdala Kanamo Sa Dakung Kapildihan.</a:t>
            </a:r>
            <a:endParaRPr lang="sv-SE"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5E6E10F-B706-4509-BDEB-0C72EF4B9744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514487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Among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Gilauman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Luwasa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Kami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Kadautan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554697-F705-4E06-9639-DFB27226E77D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436384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>
            <a:spLocks noGrp="1"/>
          </p:cNvSpPr>
          <p:nvPr>
            <p:ph type="title"/>
          </p:nvPr>
        </p:nvSpPr>
        <p:spPr>
          <a:xfrm>
            <a:off x="1589314" y="1643768"/>
            <a:ext cx="6026834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Nagakompisal ako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Nagakompisal Ako Sa Dios Nga Makagagahom Sa Tanan, 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Kanimo Mga Igsoon Kay Nakalapas Ako Ug Dako Uyamot Sa Hunahuna,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Pulong Ug Sa Buhat, Ug Sa Sa Wala Pagbuhat Sa Angayang Buhaton.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Font typeface="Times New Roman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Akong Sala, Akong Dakong Sala. Busa Nangamuyo Ako Kang Santa Maria, Kanunayng Birhen,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title"/>
          </p:nvPr>
        </p:nvSpPr>
        <p:spPr>
          <a:xfrm>
            <a:off x="95011" y="102805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Tanang Mga Anghel Ug Mga Santos, Ug Kaninyo Mga Igsoon, 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>
            <a:spLocks noGrp="1"/>
          </p:cNvSpPr>
          <p:nvPr>
            <p:ph type="title"/>
          </p:nvPr>
        </p:nvSpPr>
        <p:spPr>
          <a:xfrm>
            <a:off x="129301" y="91375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Aron Inyo Akong I-ampo Sa Ginoo Nga Atong Dios.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>
            <a:spLocks noGrp="1"/>
          </p:cNvSpPr>
          <p:nvPr>
            <p:ph type="title"/>
          </p:nvPr>
        </p:nvSpPr>
        <p:spPr>
          <a:xfrm>
            <a:off x="3332829" y="1567568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kyrie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7"/>
          <p:cNvSpPr/>
          <p:nvPr/>
        </p:nvSpPr>
        <p:spPr>
          <a:xfrm>
            <a:off x="2887633" y="2982191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Gipadala</a:t>
            </a:r>
            <a:endParaRPr lang="en-US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t">
            <a:normAutofit/>
          </a:bodyPr>
          <a:lstStyle/>
          <a:p>
            <a:pPr algn="ctr"/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Ikaw Nga Gipadala Arun Pag-ayo Sa</a:t>
            </a:r>
            <a:b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 Mahinulsulon Ginoo, 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86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582" y="1433037"/>
            <a:ext cx="8893969" cy="4918472"/>
          </a:xfrm>
        </p:spPr>
        <p:txBody>
          <a:bodyPr anchor="t">
            <a:normAutofit/>
          </a:bodyPr>
          <a:lstStyle/>
          <a:p>
            <a:pPr algn="ctr"/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 Kaloy-i Kami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8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t">
            <a:normAutofit/>
          </a:bodyPr>
          <a:lstStyle/>
          <a:p>
            <a:pPr algn="ctr"/>
            <a: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Ikaw Nga Mianhi Pagtawag Sa Makasasala</a:t>
            </a:r>
            <a:b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Kristo, 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59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Kristo Kaloy-i Kami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982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t">
            <a:normAutofit/>
          </a:bodyPr>
          <a:lstStyle/>
          <a:p>
            <a:pPr algn="ctr"/>
            <a: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Ikaw Nga Nagalingkod Sa Tu-o Sa Amahan</a:t>
            </a:r>
            <a:b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830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Pagpangama Alang Kanimo Ginoo,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1075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 Kaloy-i Kami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000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5"/>
          <p:cNvSpPr txBox="1">
            <a:spLocks noGrp="1"/>
          </p:cNvSpPr>
          <p:nvPr>
            <p:ph type="title"/>
          </p:nvPr>
        </p:nvSpPr>
        <p:spPr>
          <a:xfrm>
            <a:off x="2080972" y="1632883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Awit sa himaya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5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Himaya sa diyos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Kadait Sa Iyang Mga Tawo Dinhi Sa Yuta Ginoong Dios, Langitnong Hari,</a:t>
            </a:r>
            <a:endParaRPr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 New Roman"/>
              <a:buNone/>
            </a:pPr>
            <a:r>
              <a:rPr lang="en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 Amahan Makagagahum Sa Tanan, Nagasimba Kami Kanimo, Nagapasalamat Kami Kanimo</a:t>
            </a:r>
            <a:endParaRPr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Nagadayeg Kami Kanimo Tungod Sa Imong Himaya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9"/>
          <p:cNvSpPr txBox="1">
            <a:spLocks noGrp="1"/>
          </p:cNvSpPr>
          <p:nvPr>
            <p:ph type="title"/>
          </p:nvPr>
        </p:nvSpPr>
        <p:spPr>
          <a:xfrm>
            <a:off x="148590" y="102871"/>
            <a:ext cx="8801100" cy="4880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Ginoong Jesu-kristo, Bugtong Anak Sa Amahan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 Dios, Kordero Sa Dios, Ikaw Nagawagtang Sa Sala Sa Kalibutan, Kaloy-i Kami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Nagalingkod Sa Tuo Sa Amahan, Dawata Ang Among Pangamuyo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Kay Ikaw Lamang Ang Santos, Ikaw Lamang Ang Ginoo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60872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Lamang Ang Labing Halangdon, O Jesu-kristo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Uban Sa Espiritu Santo, Diha Sa Himaya Sa Dios Nga Amahan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300"/>
              <a:buFont typeface="Times New Roman"/>
              <a:buNone/>
            </a:pPr>
            <a:r>
              <a:rPr lang="en" sz="8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A-men, A--men</a:t>
            </a:r>
            <a:endParaRPr sz="8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8"/>
          <p:cNvSpPr txBox="1">
            <a:spLocks noGrp="1"/>
          </p:cNvSpPr>
          <p:nvPr>
            <p:ph type="title"/>
          </p:nvPr>
        </p:nvSpPr>
        <p:spPr>
          <a:xfrm>
            <a:off x="2320458" y="1578455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Salmo tubag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Times New Roman"/>
              <a:buNone/>
            </a:pP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Katarong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Molambo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Iyang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Panahon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Ug Ang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Kahingpitan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Kalinaw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Hangtud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Kahangturan</a:t>
            </a:r>
            <a:endParaRPr lang="en-US"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1"/>
          <p:cNvSpPr txBox="1">
            <a:spLocks noGrp="1"/>
          </p:cNvSpPr>
          <p:nvPr>
            <p:ph type="title"/>
          </p:nvPr>
        </p:nvSpPr>
        <p:spPr>
          <a:xfrm>
            <a:off x="1672937" y="1578455"/>
            <a:ext cx="6109854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//Awit sa pagdayeg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71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it-I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Pangitaa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Pangitaa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Gingharian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Dios,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740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King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Igadugang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Kaninyo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Aleluya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51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Pangitaa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Gingharian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Dios,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AFCB64-9DAB-4798-A8EF-B1C7556997D5}"/>
              </a:ext>
            </a:extLst>
          </p:cNvPr>
          <p:cNvSpPr/>
          <p:nvPr/>
        </p:nvSpPr>
        <p:spPr>
          <a:xfrm>
            <a:off x="3350795" y="36091"/>
            <a:ext cx="2298032" cy="5053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(A-le-</a:t>
            </a:r>
            <a:r>
              <a:rPr lang="en-US" sz="2400" dirty="0" err="1"/>
              <a:t>lu</a:t>
            </a:r>
            <a:r>
              <a:rPr lang="en-US" sz="2400" dirty="0"/>
              <a:t>-</a:t>
            </a:r>
            <a:r>
              <a:rPr lang="en-US" sz="2400" dirty="0" err="1"/>
              <a:t>ya</a:t>
            </a:r>
            <a:r>
              <a:rPr lang="en-US" sz="2400" dirty="0"/>
              <a:t>-)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00C520-7CEC-4AD2-A89A-BBE7C6149DF4}"/>
              </a:ext>
            </a:extLst>
          </p:cNvPr>
          <p:cNvSpPr/>
          <p:nvPr/>
        </p:nvSpPr>
        <p:spPr>
          <a:xfrm>
            <a:off x="3350795" y="2337132"/>
            <a:ext cx="2298032" cy="5053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(A-le-</a:t>
            </a:r>
            <a:r>
              <a:rPr lang="en-US" sz="2400" dirty="0" err="1"/>
              <a:t>lu</a:t>
            </a:r>
            <a:r>
              <a:rPr lang="en-US" sz="2400" dirty="0"/>
              <a:t>-</a:t>
            </a:r>
            <a:r>
              <a:rPr lang="en-US" sz="2400" dirty="0" err="1"/>
              <a:t>ya</a:t>
            </a:r>
            <a:r>
              <a:rPr lang="en-US" sz="2400" dirty="0"/>
              <a:t>-)</a:t>
            </a:r>
          </a:p>
        </p:txBody>
      </p:sp>
    </p:spTree>
    <p:extLst>
      <p:ext uri="{BB962C8B-B14F-4D97-AF65-F5344CB8AC3E}">
        <p14:creationId xmlns:p14="http://schemas.microsoft.com/office/powerpoint/2010/main" val="42394799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King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Igadugang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Kaninyo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Aleluya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6574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7"/>
          <p:cNvSpPr txBox="1">
            <a:spLocks noGrp="1"/>
          </p:cNvSpPr>
          <p:nvPr>
            <p:ph type="title"/>
          </p:nvPr>
        </p:nvSpPr>
        <p:spPr>
          <a:xfrm>
            <a:off x="1937656" y="1752626"/>
            <a:ext cx="5885320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Profession of faith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8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 Ka Dios, Ang Amahan, Ang Makagagahum Sa Ta- Nan, Magbubuhat Sa Langit Ug Sa Yuta,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9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None/>
            </a:pPr>
            <a:r>
              <a:rPr lang="en" sz="6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Tanang Mga Makita Ug Di Makita. Nagatoo Kami Sa Usa Ka Ginoo, Si Jesucristo, Ang Bugtong Anak Sa Dios, </a:t>
            </a:r>
            <a:endParaRPr sz="6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Gianak Sa Amahan Sa Wala Pay Katuigan, Dios Gikan Sa Dios, Kahayag Gikan Sa Kaha- Yag,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1"/>
          <p:cNvSpPr txBox="1">
            <a:spLocks noGrp="1"/>
          </p:cNvSpPr>
          <p:nvPr>
            <p:ph type="body" idx="1"/>
          </p:nvPr>
        </p:nvSpPr>
        <p:spPr>
          <a:xfrm>
            <a:off x="114299" y="124692"/>
            <a:ext cx="8915401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Matuod Nga Dios Gikan Sa Dios Nga Matuod, Gianak Dili Binuhat, Usag Kinaiya Sa Amahan.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2"/>
          <p:cNvSpPr txBox="1">
            <a:spLocks noGrp="1"/>
          </p:cNvSpPr>
          <p:nvPr>
            <p:ph type="body" idx="1"/>
          </p:nvPr>
        </p:nvSpPr>
        <p:spPr>
          <a:xfrm>
            <a:off x="114299" y="124692"/>
            <a:ext cx="8915401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Pinaagi Kaniya Nangahimo Ang Ta- Nan. Tungod Kanatong Mga Tawo Ug Alang Sa Atong Kaluwasan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Mi- Kanaug Siya Gikan Sa Langit Sa Lalang Sa Espiritu Santo Nahimo Siya Nga May Lawas Gikan Ni Maria Nga U- Lay</a:t>
            </a:r>
            <a:endParaRPr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Nahimong Tawo. Tungod Kanato Gilansang Siya Sa Krus Sa Sugo Ni Poncio Pilato Nag-antus Siya, Namatay Ug Gilu- Bong.</a:t>
            </a:r>
            <a:endParaRPr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Misaka Siya Sa Langit Ug Nagalingkod Sa Too Sa Amahan. Mobalik Siya Nga Mahimayaon A- Ron Paghukom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6"/>
          <p:cNvSpPr txBox="1">
            <a:spLocks noGrp="1"/>
          </p:cNvSpPr>
          <p:nvPr>
            <p:ph type="body" idx="1"/>
          </p:nvPr>
        </p:nvSpPr>
        <p:spPr>
          <a:xfrm>
            <a:off x="104948" y="92479"/>
            <a:ext cx="8946573" cy="496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Mga Buhi Ug Sa Mga Minatay, Ug Ang Iyang Ging- Harian Walay Katapusan. Nagatoo Kami Sa Espiritu Santo,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7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Ginoo Ug Maghahatag Sa Kinabuhi. Na- Gagikan Siya Sa Amahan Ug Sa A- Nak.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8"/>
          <p:cNvSpPr txBox="1">
            <a:spLocks noGrp="1"/>
          </p:cNvSpPr>
          <p:nvPr>
            <p:ph type="body" idx="1"/>
          </p:nvPr>
        </p:nvSpPr>
        <p:spPr>
          <a:xfrm>
            <a:off x="103909" y="136121"/>
            <a:ext cx="8936183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Dungan Sa Amahan Ug Sa A- Nak Gisimba Siya Ug Gihimaya, Ug Misulti Pinaagi Sa Mga Propeta.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9"/>
          <p:cNvSpPr txBox="1">
            <a:spLocks noGrp="1"/>
          </p:cNvSpPr>
          <p:nvPr>
            <p:ph type="body" idx="1"/>
          </p:nvPr>
        </p:nvSpPr>
        <p:spPr>
          <a:xfrm>
            <a:off x="81049" y="136121"/>
            <a:ext cx="8936183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Usa, Santos, Ka- Toliko Ug Apostoliko Nga Simba- Han. Nagaila Kami Sa Usa Kabun- Yag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0"/>
          <p:cNvSpPr txBox="1">
            <a:spLocks noGrp="1"/>
          </p:cNvSpPr>
          <p:nvPr>
            <p:ph type="body" idx="1"/>
          </p:nvPr>
        </p:nvSpPr>
        <p:spPr>
          <a:xfrm>
            <a:off x="68580" y="91531"/>
            <a:ext cx="8977745" cy="496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Alang Sa Kapasayloan Sa Mga Sala. Nagapaabot Kami Sa Pagka- Banhaw Sa Mga Minatay,.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1"/>
          <p:cNvSpPr txBox="1">
            <a:spLocks noGrp="1"/>
          </p:cNvSpPr>
          <p:nvPr>
            <p:ph type="body" idx="1"/>
          </p:nvPr>
        </p:nvSpPr>
        <p:spPr>
          <a:xfrm>
            <a:off x="68580" y="91531"/>
            <a:ext cx="8977745" cy="496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Ki- Nabuhi Sa Umaabot Nga Kalibutan. Amen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3"/>
          <p:cNvSpPr txBox="1">
            <a:spLocks noGrp="1"/>
          </p:cNvSpPr>
          <p:nvPr>
            <p:ph type="title"/>
          </p:nvPr>
        </p:nvSpPr>
        <p:spPr>
          <a:xfrm>
            <a:off x="1208315" y="1578454"/>
            <a:ext cx="6941233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Tubag sa pangamuyo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33915" y="0"/>
            <a:ext cx="8871857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Amahan Panalangini Kami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Santos Sacramento, Hesus Diha Sa Altar, Dayegon Saulogon, Ikaw Higugmaon</a:t>
            </a:r>
          </a:p>
          <a:p>
            <a:pPr marL="0" lv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r>
              <a:rPr lang="fi-FI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Higugmaon</a:t>
            </a:r>
          </a:p>
        </p:txBody>
      </p:sp>
    </p:spTree>
    <p:extLst>
      <p:ext uri="{BB962C8B-B14F-4D97-AF65-F5344CB8AC3E}">
        <p14:creationId xmlns:p14="http://schemas.microsoft.com/office/powerpoint/2010/main" val="39448509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0743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</a:t>
            </a:r>
            <a:r>
              <a:rPr lang="fi-FI" sz="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Pagdayeg </a:t>
            </a:r>
            <a:r>
              <a:rPr lang="fi-FI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 O Diyos</a:t>
            </a:r>
          </a:p>
        </p:txBody>
      </p:sp>
    </p:spTree>
    <p:extLst>
      <p:ext uri="{BB962C8B-B14F-4D97-AF65-F5344CB8AC3E}">
        <p14:creationId xmlns:p14="http://schemas.microsoft.com/office/powerpoint/2010/main" val="17031587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7206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96"/>
          <p:cNvSpPr txBox="1">
            <a:spLocks noGrp="1"/>
          </p:cNvSpPr>
          <p:nvPr>
            <p:ph type="title"/>
          </p:nvPr>
        </p:nvSpPr>
        <p:spPr>
          <a:xfrm>
            <a:off x="2202767" y="1651190"/>
            <a:ext cx="6941233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Amahan namo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9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Amahan Namo, Nga Ana-a Sa Mga Langit Pagdaygon Ang Imong Ngalan,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Umabot Kanamo Ang Imong Gingharian Matuman Ang Imong Pagbuot,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Dinhi Sa Yuta,</a:t>
            </a:r>
            <a:b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Maingon Sa La-ngit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Kalan-on Namo Sa Matag Adlaw Ihatag Kanamo Karong Adla-wa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0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Pasayloa Kami Sa Among Mga Sala Maingon Nga Nagapasaylo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0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Sa Mga Nakasala Kanamo, Ug Dili Mo Kami, 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0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Itugyan Sa Panulay, Hinono-a Luwasa Kami, Luwasa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Sa Dautan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05"/>
          <p:cNvSpPr txBox="1">
            <a:spLocks noGrp="1"/>
          </p:cNvSpPr>
          <p:nvPr>
            <p:ph type="title"/>
          </p:nvPr>
        </p:nvSpPr>
        <p:spPr>
          <a:xfrm>
            <a:off x="2984486" y="1524026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//kalawat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05"/>
          <p:cNvSpPr/>
          <p:nvPr/>
        </p:nvSpPr>
        <p:spPr>
          <a:xfrm>
            <a:off x="2836718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Adlaw'g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gabii</a:t>
            </a:r>
            <a:endParaRPr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Nagpaabot Kami</a:t>
            </a:r>
          </a:p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Naghulat Kami</a:t>
            </a:r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029003-639C-4AC2-9D70-D0101E63B585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1524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Naghandum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 Among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Nagkinahanglan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BC2C9-0395-44CD-994A-C10E726B2412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Nasayod Ka Man, Ginoo,</a:t>
            </a:r>
          </a:p>
          <a:p>
            <a:pPr algn="ctr"/>
            <a:r>
              <a:rPr lang="sv-SE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Among Mga Sala Kanimo;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Nasayud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 Man Sa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Kahaw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-ang</a:t>
            </a:r>
          </a:p>
          <a:p>
            <a:pPr algn="ctr"/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Nga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Naghari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Niining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Dughan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Nagpaabot Kami</a:t>
            </a:r>
          </a:p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Naghulat Kami</a:t>
            </a:r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029003-639C-4AC2-9D70-D0101E63B585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360608430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1524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Naghandum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 Among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Nagkinahanglan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BC2C9-0395-44CD-994A-C10E726B2412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314616396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Nabati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 Ba,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Among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Agulo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Pangagho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116221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Nabati</a:t>
            </a:r>
            <a:r>
              <a:rPr lang="en-US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 Ba Ang </a:t>
            </a:r>
            <a:r>
              <a:rPr lang="en-US" sz="7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Pangandoy</a:t>
            </a:r>
            <a:r>
              <a:rPr lang="en-US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US" sz="7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Hilak</a:t>
            </a:r>
            <a:r>
              <a:rPr lang="en-US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7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Dangoyngoy</a:t>
            </a:r>
            <a:r>
              <a:rPr lang="en-US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D" sz="7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9213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Nagpaabot Kami</a:t>
            </a:r>
          </a:p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Naghulat Kami</a:t>
            </a:r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029003-639C-4AC2-9D70-D0101E63B585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55887704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1524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Naghandum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 Among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Nagkinahanglan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BC2C9-0395-44CD-994A-C10E726B2412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167418267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Nakit-an Mo Man, Ginoo</a:t>
            </a:r>
          </a:p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Among Mga Gipakadamgo;</a:t>
            </a: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Nakit-an Mo Man,o Ginoo,</a:t>
            </a:r>
          </a:p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Katim-os Sa Among Pagtoo</a:t>
            </a:r>
            <a:endParaRPr lang="en-ID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6119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Nagpaabot Kami</a:t>
            </a:r>
          </a:p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Naghulat Kami</a:t>
            </a:r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029003-639C-4AC2-9D70-D0101E63B585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3834794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1524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Naghandum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 Among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Nagkinahanglan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BC2C9-0395-44CD-994A-C10E726B2412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140379100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10287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n-NO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Ikaw Ra Gyud, Ginoo,</a:t>
            </a:r>
          </a:p>
          <a:p>
            <a:pPr algn="ctr"/>
            <a:r>
              <a:rPr lang="nn-NO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Bugtong Makaluwas Kanamo.</a:t>
            </a:r>
            <a:endParaRPr lang="en-ID" sz="7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64896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Ikaw Ra Gyud Ang Paglaum</a:t>
            </a:r>
          </a:p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Kadasig Ug Kalig-on</a:t>
            </a:r>
          </a:p>
        </p:txBody>
      </p:sp>
    </p:spTree>
    <p:extLst>
      <p:ext uri="{BB962C8B-B14F-4D97-AF65-F5344CB8AC3E}">
        <p14:creationId xmlns:p14="http://schemas.microsoft.com/office/powerpoint/2010/main" val="364648762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Nagpaabot Kami</a:t>
            </a:r>
          </a:p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Naghulat Kami</a:t>
            </a:r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029003-639C-4AC2-9D70-D0101E63B585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76435398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1524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Naghandum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 Among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Nagkinahanglan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BC2C9-0395-44CD-994A-C10E726B2412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49094428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17"/>
          <p:cNvSpPr txBox="1">
            <a:spLocks noGrp="1"/>
          </p:cNvSpPr>
          <p:nvPr>
            <p:ph type="title"/>
          </p:nvPr>
        </p:nvSpPr>
        <p:spPr>
          <a:xfrm>
            <a:off x="3332829" y="1567568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//Halad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17"/>
          <p:cNvSpPr/>
          <p:nvPr/>
        </p:nvSpPr>
        <p:spPr>
          <a:xfrm>
            <a:off x="2939588" y="2848148"/>
            <a:ext cx="2867891" cy="226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 Sa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378" y="96271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 Sa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b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Nagabanig</a:t>
            </a:r>
            <a:b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Kaadlawon</a:t>
            </a:r>
            <a:endParaRPr lang="en-US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2870" y="114301"/>
            <a:ext cx="8893969" cy="4918472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Mainit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Nagasabwag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Kabuntagon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8487-C858-4B4D-8964-9023F4FD7CF1}"/>
              </a:ext>
            </a:extLst>
          </p:cNvPr>
          <p:cNvSpPr txBox="1">
            <a:spLocks/>
          </p:cNvSpPr>
          <p:nvPr/>
        </p:nvSpPr>
        <p:spPr>
          <a:xfrm>
            <a:off x="102870" y="114301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Mahimamat</a:t>
            </a:r>
          </a:p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Tanang Mga Kahigayonan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59895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Luha'g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2870" y="114301"/>
            <a:ext cx="8893969" cy="4918472"/>
          </a:xfrm>
        </p:spPr>
        <p:txBody>
          <a:bodyPr anchor="ctr" anchorCtr="0">
            <a:noAutofit/>
          </a:bodyPr>
          <a:lstStyle/>
          <a:p>
            <a:pPr algn="ctr"/>
            <a: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Kalipay Ug Kasakit</a:t>
            </a:r>
            <a:b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Kaabtik Ug Kahuyag,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F50B7A-BE11-4660-AFA4-4E90606B14F7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81070608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Karon Among Ihalad Kanimo</a:t>
            </a:r>
            <a:b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Himoa Nga Maimo Kami O Ginoo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E75C82-6FFA-4ED5-880C-0C46243DB03C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12869270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6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Maskin Tuod Kung Kining Talagsaon Mong Paghigugma</a:t>
            </a:r>
            <a:br>
              <a:rPr lang="fi-FI" sz="6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6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Matagamtama'g Masaksihan Sa Tagsa Tagsa</a:t>
            </a:r>
            <a:endParaRPr lang="en-US" sz="6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85428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Among Mga Panghuna Huna Laway'g Mahuyang</a:t>
            </a:r>
            <a:b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Kadali Ra Gyong Malimot, Kadali Ra Gyong Mawagtang</a:t>
            </a:r>
            <a:endParaRPr lang="en-US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18926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Kalipay Ug Kasakit</a:t>
            </a:r>
            <a:br>
              <a:rPr lang="fi-FI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Kaabtik Ug Kahuyang,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A805BCC-8464-4388-AFB8-BABAF2B1A29C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418310208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Karon Among Ihalad Kanimo</a:t>
            </a:r>
            <a:b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Himoa Nga Maimo Kami O Ginoo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266D81C-BD19-4C34-949B-529B908C4F8D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63455077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Ginoong Dios Pukawa Kami Ayawg Pasagdi.</a:t>
            </a:r>
            <a:b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Among Kasing-kasing Hatagig'g Mga Pagbati</a:t>
            </a:r>
            <a:endParaRPr lang="en-US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37826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Tudloan Mo Kami Pagpadayag Sa Among Gugma.</a:t>
            </a:r>
            <a:b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Guma Nga Lig-on Ug Tunhay Pinaagi Niining Gasa</a:t>
            </a:r>
            <a:endParaRPr lang="en-US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23544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Kalipay Ug Kasakit</a:t>
            </a:r>
            <a:b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Kaabtik Ug Kahuyang,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88413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Karon Among Ihalad Kanimo</a:t>
            </a:r>
            <a:b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Himoa Nga Maimo Kami O Ginoo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26497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34"/>
          <p:cNvSpPr txBox="1">
            <a:spLocks noGrp="1"/>
          </p:cNvSpPr>
          <p:nvPr>
            <p:ph type="title"/>
          </p:nvPr>
        </p:nvSpPr>
        <p:spPr>
          <a:xfrm>
            <a:off x="1796143" y="1723157"/>
            <a:ext cx="6353405" cy="1744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//Katapusang </a:t>
            </a: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awit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34"/>
          <p:cNvSpPr/>
          <p:nvPr/>
        </p:nvSpPr>
        <p:spPr>
          <a:xfrm>
            <a:off x="3013362" y="2974848"/>
            <a:ext cx="2867891" cy="26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Pangandam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Takna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Bulawanon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Gotlo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Higayon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0379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Pangandam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Pag-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abot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 Jesus Ang Hari 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Langit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Yuta.</a:t>
            </a:r>
          </a:p>
        </p:txBody>
      </p:sp>
    </p:spTree>
    <p:extLst>
      <p:ext uri="{BB962C8B-B14F-4D97-AF65-F5344CB8AC3E}">
        <p14:creationId xmlns:p14="http://schemas.microsoft.com/office/powerpoint/2010/main" val="19575091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63615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Mangandam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Mangandam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Kita</a:t>
            </a:r>
            <a:b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Si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Taliabot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  <a:b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Dili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Peho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 Kanos-a</a:t>
            </a:r>
            <a:b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Busa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Magtukaw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Kita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1720DC-102E-46CF-9904-BC45C283F2C3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44702142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63615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Mangandam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Mangandam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Kita</a:t>
            </a:r>
            <a:b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Si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Taliabot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  <a:b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Dili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Peho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 Kanos-a</a:t>
            </a:r>
            <a:b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Busa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Magtukaw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Kita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1720DC-102E-46CF-9904-BC45C283F2C3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71384243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Hawanan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Agianan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Tof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-iron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Kadalanan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6079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sv-SE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Kasing2x Ta Ablihan</a:t>
            </a:r>
            <a:br>
              <a:rPr lang="sv-SE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Pasudlon Ta Ang Hari Sa </a:t>
            </a:r>
            <a:br>
              <a:rPr lang="sv-SE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Tanan.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39688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63615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Mangandam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Mangandam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Kita</a:t>
            </a:r>
            <a:b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Si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Taliabot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  <a:b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Dili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Peho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 Kanos-a</a:t>
            </a:r>
            <a:b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Busa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Magtukaw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Kita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1720DC-102E-46CF-9904-BC45C283F2C3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57155218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63615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Mangandam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Mangandam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Kita</a:t>
            </a:r>
            <a:b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Si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Taliabot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  <a:b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Dili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Peho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 Kanos-a</a:t>
            </a:r>
            <a:b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Busa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Magtukaw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Kita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1720DC-102E-46CF-9904-BC45C283F2C3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59104463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sv-SE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Hawanan Tang Agianan</a:t>
            </a:r>
            <a:br>
              <a:rPr lang="sv-SE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Tof-iron Ang Kadalanan</a:t>
            </a:r>
            <a:br>
              <a:rPr lang="sv-SE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Kasing2x Ta Ablihan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19497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63615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Pasudlon Ta Ang Hari Sa </a:t>
            </a:r>
            <a:b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Tanan.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85287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1374</Words>
  <Application>Microsoft Office PowerPoint</Application>
  <PresentationFormat>On-screen Show (16:9)</PresentationFormat>
  <Paragraphs>170</Paragraphs>
  <Slides>131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131</vt:i4>
      </vt:variant>
    </vt:vector>
  </HeadingPairs>
  <TitlesOfParts>
    <vt:vector size="136" baseType="lpstr">
      <vt:lpstr>Arial</vt:lpstr>
      <vt:lpstr>Calibri</vt:lpstr>
      <vt:lpstr>Times New Roman</vt:lpstr>
      <vt:lpstr>Simple Light</vt:lpstr>
      <vt:lpstr>Office Theme</vt:lpstr>
      <vt:lpstr>Kay Natawo Ka Aron Maghari Kaayohan namo Nga Tanan Kaming Makasasala Tabangi Birhen Sa Belen Nga Inahan</vt:lpstr>
      <vt:lpstr>PowerPoint Presentation</vt:lpstr>
      <vt:lpstr>//PASIUNA</vt:lpstr>
      <vt:lpstr>Umanhi Ka, Ayaw Paglangan Ginoo Ang Among Kasing-kasing Nagahulat Kanimo</vt:lpstr>
      <vt:lpstr>Umanhi Ka, Ug Iamdagi King Kadulum Ang Mga Kanasuran Nagmasulob-on</vt:lpstr>
      <vt:lpstr>Ang Pagdumot Ug Ang Pagkamapahitas-on Nagdala Kanamo Sa Dakung Kapildihan.</vt:lpstr>
      <vt:lpstr>Umanhi Ka, Ikaw Ang Among Gilauman Luwasa Kami Sa Kadautan.</vt:lpstr>
      <vt:lpstr>Umanhi Ka, Ayaw Paglangan Ginoo Ang Among Kasing-kasang Nagatu-aw Kanimo</vt:lpstr>
      <vt:lpstr>Umanhi Ka, Tuburan Sa Kaayo Ang Among Kabubut-on Lig-onon Mo.</vt:lpstr>
      <vt:lpstr>Ang Pagdumot Ug Ang Pagkamapahitas-on Nagdala Kanamo Sa Dakung Kapildihan.</vt:lpstr>
      <vt:lpstr>Umanhi Ka, Ikaw Ang Among Gilauman Luwasa Kami Sa Kadautan.</vt:lpstr>
      <vt:lpstr>PowerPoint Presentation</vt:lpstr>
      <vt:lpstr>Nagakompisal ako</vt:lpstr>
      <vt:lpstr>Nagakompisal Ako Sa Dios Nga Makagagahom Sa Tanan, </vt:lpstr>
      <vt:lpstr>Ug Kanimo Mga Igsoon Kay Nakalapas Ako Ug Dako Uyamot Sa Hunahuna,</vt:lpstr>
      <vt:lpstr>Sa Pulong Ug Sa Buhat, Ug Sa Sa Wala Pagbuhat Sa Angayang Buhaton.</vt:lpstr>
      <vt:lpstr>Kay Akong Sala, Akong Dakong Sala. Busa Nangamuyo Ako Kang Santa Maria, Kanunayng Birhen, </vt:lpstr>
      <vt:lpstr>Sa Tanang Mga Anghel Ug Mga Santos, Ug Kaninyo Mga Igsoon, </vt:lpstr>
      <vt:lpstr>Aron Inyo Akong I-ampo Sa Ginoo Nga Atong Dios.</vt:lpstr>
      <vt:lpstr>PowerPoint Presentation</vt:lpstr>
      <vt:lpstr>kyrie</vt:lpstr>
      <vt:lpstr>Ikaw Nga Gipadala Arun Pag-ayo Sa Mga Mahinulsulon Ginoo, </vt:lpstr>
      <vt:lpstr>Ginoo Kaloy-i Kami</vt:lpstr>
      <vt:lpstr>Ikaw Nga Mianhi Pagtawag Sa Makasasala Kristo, </vt:lpstr>
      <vt:lpstr>Kristo Kaloy-i Kami</vt:lpstr>
      <vt:lpstr>Ikaw Nga Nagalingkod Sa Tu-o Sa Amahan Arun</vt:lpstr>
      <vt:lpstr>Pagpangama Alang Kanimo Ginoo,</vt:lpstr>
      <vt:lpstr>Ginoo Kaloy-i Kami</vt:lpstr>
      <vt:lpstr>PowerPoint Presentation</vt:lpstr>
      <vt:lpstr>Awit sa himaya</vt:lpstr>
      <vt:lpstr>Ug Kadait Sa Iyang Mga Tawo Dinhi Sa Yuta Ginoong Dios, Langitnong Hari,</vt:lpstr>
      <vt:lpstr>Dios Amahan Makagagahum Sa Tanan, Nagasimba Kami Kanimo, Nagapasalamat Kami Kanimo</vt:lpstr>
      <vt:lpstr>Nagadayeg Kami Kanimo Tungod Sa Imong Himaya</vt:lpstr>
      <vt:lpstr>Himaya Sa Dios Didto Sa La-a-ngit, Ginoong Jesu-kristo, Bugtong Anak Sa Amahan</vt:lpstr>
      <vt:lpstr>Ginoong Dios, Kordero Sa Dios, Ikaw Nagawagtang Sa Sala Sa Kalibutan, Kaloy-i Kami</vt:lpstr>
      <vt:lpstr>Ikaw Nagalingkod Sa Tuo Sa Amahan, Dawata Ang Among Pangamuyo</vt:lpstr>
      <vt:lpstr>Himaya Sa Dios Didto Sa La-a-ngit, Kay Ikaw Lamang Ang Santos, Ikaw Lamang Ang Ginoo</vt:lpstr>
      <vt:lpstr>Ikaw Lamang Ang Labing Halangdon, O Jesu-kristo</vt:lpstr>
      <vt:lpstr>Uban Sa Espiritu Santo, Diha Sa Himaya Sa Dios Nga Amahan</vt:lpstr>
      <vt:lpstr>A-men, A--men</vt:lpstr>
      <vt:lpstr>Himaya Sa Dios Didto Sa La-a-ngit</vt:lpstr>
      <vt:lpstr>PowerPoint Presentation</vt:lpstr>
      <vt:lpstr>Salmo tubag</vt:lpstr>
      <vt:lpstr>Ang Katarong Molambo Sa Iyang Panahon, Ug Ang Kahingpitan Sa Kalinaw Hangtud Sa Kahangturan</vt:lpstr>
      <vt:lpstr>PowerPoint Presentation</vt:lpstr>
      <vt:lpstr>//Awit sa pagdayeg</vt:lpstr>
      <vt:lpstr>Pangitaa Ang Gingharian Ug Ang Katarung Sa Dios,</vt:lpstr>
      <vt:lpstr>Ug King Tanan Igadugang Kaninyo Alelu, Aleluya</vt:lpstr>
      <vt:lpstr>Pangitaa Ang Gingharian d Ug Ang Katarung Sa Dios,</vt:lpstr>
      <vt:lpstr>Ug King Tanan Igadugang Kaninyo Alelu, Aleluya</vt:lpstr>
      <vt:lpstr>PowerPoint Presentation</vt:lpstr>
      <vt:lpstr>Profession of faith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Tubag sa pangamuyo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Amahan namo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//kalawat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//Halad</vt:lpstr>
      <vt:lpstr>Sama Sa Yamog Nga Nagabanig Sa Kaadlawon</vt:lpstr>
      <vt:lpstr>Ang Mainit Mong Gugma Nagasabwag Sa Kabuntagon.</vt:lpstr>
      <vt:lpstr>PowerPoint Presentation</vt:lpstr>
      <vt:lpstr>Sa Mga Luha'g Katawa Sa Imong Mga Katawhan.</vt:lpstr>
      <vt:lpstr>Ang Tanan Namong Kalipay Ug Kasakit Ang Tanan Namong Kaabtik Ug Kahuyag,</vt:lpstr>
      <vt:lpstr>Karon Among Ihalad Kanimo Himoa Nga Maimo Kami O Ginoo</vt:lpstr>
      <vt:lpstr>Maskin Tuod Kung Kining Talagsaon Mong Paghigugma Among Matagamtama'g Masaksihan Sa Tagsa Tagsa</vt:lpstr>
      <vt:lpstr>Ang Among Mga Panghuna Huna Laway'g Mahuyang Kadali Ra Gyong Malimot, Kadali Ra Gyong Mawagtang</vt:lpstr>
      <vt:lpstr>Ang Tanan Namong Kalipay Ug Kasakit Ang Tanan Namong Kaabtik Ug Kahuyang,</vt:lpstr>
      <vt:lpstr>Karon Among Ihalad Kanimo Himoa Nga Maimo Kami O Ginoo</vt:lpstr>
      <vt:lpstr>O Ginoong Dios Pukawa Kami Ayawg Pasagdi. Ang Among Kasing-kasing Hatagig'g Mga Pagbati</vt:lpstr>
      <vt:lpstr>Ug Tudloan Mo Kami Pagpadayag Sa Among Gugma. Guma Nga Lig-on Ug Tunhay Pinaagi Niining Gasa</vt:lpstr>
      <vt:lpstr>Ang Tanan Namong Kalipay Ug Kasakit Ang Tanan Namong Kaabtik Ug Kahuyang,</vt:lpstr>
      <vt:lpstr>Karon Among Ihalad Kanimo Himoa Nga Maimo Kami O Ginoo</vt:lpstr>
      <vt:lpstr>PowerPoint Presentation</vt:lpstr>
      <vt:lpstr>//Katapusang awit</vt:lpstr>
      <vt:lpstr>Ang Matag Takna Bulawanon Ang Matag Gotlo Higayon</vt:lpstr>
      <vt:lpstr>Sa Pangandam Sa Pag-abot Ni Jesus Ang Hari Sa Langit Ug Yuta.</vt:lpstr>
      <vt:lpstr>Mangandam, Mangandam Na Kita Kay Si Kristo Taliabot Na Dili Peho Kon Kanos-a Busa Magtukaw Kita</vt:lpstr>
      <vt:lpstr>Mangandam, Mangandam Na Kita Kay Si Kristo Taliabot Na Dili Peho Kon Kanos-a Busa Magtukaw Kita</vt:lpstr>
      <vt:lpstr>Hawanan Tang Agianan Tof-iron Ang Kadalanan</vt:lpstr>
      <vt:lpstr>Kasing2x Ta Ablihan Pasudlon Ta Ang Hari Sa  Nga Tanan.</vt:lpstr>
      <vt:lpstr>Mangandam, Mangandam Na Kita Kay Si Kristo Taliabot Na Dili Peho Kon Kanos-a Busa Magtukaw Kita</vt:lpstr>
      <vt:lpstr>Mangandam, Mangandam Na Kita Kay Si Kristo Taliabot Na Dili Peho Kon Kanos-a Busa Magtukaw Kita</vt:lpstr>
      <vt:lpstr>Hawanan Tang Agianan Tof-iron Ang Kadalanan Kasing2x Ta Ablihan</vt:lpstr>
      <vt:lpstr>Pasudlon Ta Ang Hari Sa  Nga Tanan.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152</cp:revision>
  <dcterms:modified xsi:type="dcterms:W3CDTF">2024-12-17T21:35:14Z</dcterms:modified>
</cp:coreProperties>
</file>