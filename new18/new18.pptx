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8"/>
  </p:notesMasterIdLst>
  <p:sldIdLst>
    <p:sldId id="709" r:id="rId2"/>
    <p:sldId id="710" r:id="rId3"/>
    <p:sldId id="711" r:id="rId4"/>
    <p:sldId id="712" r:id="rId5"/>
    <p:sldId id="713" r:id="rId6"/>
    <p:sldId id="714" r:id="rId7"/>
    <p:sldId id="715" r:id="rId8"/>
    <p:sldId id="716" r:id="rId9"/>
    <p:sldId id="717" r:id="rId10"/>
    <p:sldId id="718" r:id="rId11"/>
    <p:sldId id="416" r:id="rId12"/>
    <p:sldId id="259" r:id="rId13"/>
    <p:sldId id="664" r:id="rId14"/>
    <p:sldId id="665" r:id="rId15"/>
    <p:sldId id="666" r:id="rId16"/>
    <p:sldId id="667" r:id="rId17"/>
    <p:sldId id="703" r:id="rId18"/>
    <p:sldId id="704" r:id="rId19"/>
    <p:sldId id="367" r:id="rId20"/>
    <p:sldId id="299" r:id="rId21"/>
    <p:sldId id="271" r:id="rId22"/>
    <p:sldId id="272" r:id="rId23"/>
    <p:sldId id="273" r:id="rId24"/>
    <p:sldId id="274" r:id="rId25"/>
    <p:sldId id="275" r:id="rId26"/>
    <p:sldId id="276" r:id="rId27"/>
    <p:sldId id="368" r:id="rId28"/>
    <p:sldId id="693" r:id="rId29"/>
    <p:sldId id="601" r:id="rId30"/>
    <p:sldId id="602" r:id="rId31"/>
    <p:sldId id="369" r:id="rId32"/>
    <p:sldId id="322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370" r:id="rId45"/>
    <p:sldId id="323" r:id="rId46"/>
    <p:sldId id="324" r:id="rId47"/>
    <p:sldId id="371" r:id="rId48"/>
    <p:sldId id="694" r:id="rId49"/>
    <p:sldId id="484" r:id="rId50"/>
    <p:sldId id="485" r:id="rId51"/>
    <p:sldId id="705" r:id="rId52"/>
    <p:sldId id="706" r:id="rId53"/>
    <p:sldId id="372" r:id="rId54"/>
    <p:sldId id="338" r:id="rId55"/>
    <p:sldId id="672" r:id="rId56"/>
    <p:sldId id="310" r:id="rId57"/>
    <p:sldId id="673" r:id="rId58"/>
    <p:sldId id="312" r:id="rId59"/>
    <p:sldId id="674" r:id="rId60"/>
    <p:sldId id="314" r:id="rId61"/>
    <p:sldId id="675" r:id="rId62"/>
    <p:sldId id="316" r:id="rId63"/>
    <p:sldId id="676" r:id="rId64"/>
    <p:sldId id="677" r:id="rId65"/>
    <p:sldId id="678" r:id="rId66"/>
    <p:sldId id="679" r:id="rId67"/>
    <p:sldId id="680" r:id="rId68"/>
    <p:sldId id="681" r:id="rId69"/>
    <p:sldId id="373" r:id="rId70"/>
    <p:sldId id="339" r:id="rId71"/>
    <p:sldId id="340" r:id="rId72"/>
    <p:sldId id="707" r:id="rId73"/>
    <p:sldId id="566" r:id="rId74"/>
    <p:sldId id="567" r:id="rId75"/>
    <p:sldId id="708" r:id="rId76"/>
    <p:sldId id="719" r:id="rId77"/>
    <p:sldId id="720" r:id="rId78"/>
    <p:sldId id="341" r:id="rId79"/>
    <p:sldId id="343" r:id="rId80"/>
    <p:sldId id="345" r:id="rId81"/>
    <p:sldId id="346" r:id="rId82"/>
    <p:sldId id="348" r:id="rId83"/>
    <p:sldId id="351" r:id="rId84"/>
    <p:sldId id="350" r:id="rId85"/>
    <p:sldId id="374" r:id="rId86"/>
    <p:sldId id="696" r:id="rId87"/>
    <p:sldId id="354" r:id="rId88"/>
    <p:sldId id="356" r:id="rId89"/>
    <p:sldId id="357" r:id="rId90"/>
    <p:sldId id="358" r:id="rId91"/>
    <p:sldId id="359" r:id="rId92"/>
    <p:sldId id="360" r:id="rId93"/>
    <p:sldId id="361" r:id="rId94"/>
    <p:sldId id="440" r:id="rId95"/>
    <p:sldId id="695" r:id="rId96"/>
    <p:sldId id="284" r:id="rId97"/>
    <p:sldId id="488" r:id="rId98"/>
    <p:sldId id="489" r:id="rId99"/>
    <p:sldId id="490" r:id="rId100"/>
    <p:sldId id="491" r:id="rId101"/>
    <p:sldId id="721" r:id="rId102"/>
    <p:sldId id="377" r:id="rId103"/>
    <p:sldId id="698" r:id="rId104"/>
    <p:sldId id="258" r:id="rId105"/>
    <p:sldId id="636" r:id="rId106"/>
    <p:sldId id="637" r:id="rId107"/>
    <p:sldId id="638" r:id="rId108"/>
    <p:sldId id="651" r:id="rId109"/>
    <p:sldId id="652" r:id="rId110"/>
    <p:sldId id="655" r:id="rId111"/>
    <p:sldId id="656" r:id="rId112"/>
    <p:sldId id="639" r:id="rId113"/>
    <p:sldId id="653" r:id="rId114"/>
    <p:sldId id="657" r:id="rId115"/>
    <p:sldId id="658" r:id="rId116"/>
    <p:sldId id="378" r:id="rId1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674" autoAdjust="0"/>
    <p:restoredTop sz="94660"/>
  </p:normalViewPr>
  <p:slideViewPr>
    <p:cSldViewPr snapToGrid="0">
      <p:cViewPr varScale="1">
        <p:scale>
          <a:sx n="63" d="100"/>
          <a:sy n="63" d="100"/>
        </p:scale>
        <p:origin x="78" y="12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notesMaster" Target="notesMasters/notesMaster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presProps" Target="presProps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theme" Target="theme/theme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5820D5-76F0-4170-964A-F84FEF4B524D}" type="datetimeFigureOut">
              <a:rPr lang="en-US" smtClean="0"/>
              <a:t>1/11/2025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1BE476-709A-4DF5-AD86-25EC44A13D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6531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f8fd32eb22_1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f8fd32eb22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601405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f8fd32eb22_1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f8fd32eb22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954166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f8fd32eb22_1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f8fd32eb22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769320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f8fd32eb22_1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f8fd32eb22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542861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f8fd32eb22_1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f8fd32eb22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299527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f8fd32eb22_1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f8fd32eb22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546534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f8fd32eb22_1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f8fd32eb22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56042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f8fd32eb22_1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f8fd32eb22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363088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f8fd32eb22_1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f8fd32eb22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757680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f8fd32eb22_1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f8fd32eb22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955592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f8fd32eb22_1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f8fd32eb22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134503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f8fd32eb22_1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f8fd32eb22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961684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f8fd32eb22_1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f8fd32eb22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508258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f8fd32eb22_1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f8fd32eb22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994669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f8fd32eb22_1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f8fd32eb22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850452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f8fd32eb22_1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f8fd32eb22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6915864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f8fd32eb22_1_1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g2f8fd32eb22_1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f8fd32eb22_1_1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g2f8fd32eb22_1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f8fd32eb22_1_1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g2f8fd32eb22_1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f8fd32eb22_1_1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g2f8fd32eb22_1_1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2f8fd32eb22_1_1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g2f8fd32eb22_1_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f8fd32eb22_1_1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g2f8fd32eb22_1_1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2f8fd32eb22_1_19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g2f8fd32eb22_1_1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2f8fd32eb22_1_20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g2f8fd32eb22_1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f8fd32eb22_1_20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g2f8fd32eb22_1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2f8fd32eb22_1_2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g2f8fd32eb22_1_2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2f8fd32eb22_1_2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g2f8fd32eb22_1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2f8fd32eb22_1_2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g2f8fd32eb22_1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2f8fd32eb22_1_2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g2f8fd32eb22_1_2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2f8fd32eb22_1_2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g2f8fd32eb22_1_2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2f8fd32eb22_1_2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g2f8fd32eb22_1_2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2f8fd32eb22_1_2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g2f8fd32eb22_1_2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2f8fd32eb22_1_2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g2f8fd32eb22_1_2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2f8fd32eb22_1_28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g2f8fd32eb22_1_2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2f8fd32eb22_1_28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g2f8fd32eb22_1_2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2f8fd32eb22_1_29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g2f8fd32eb22_1_2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2f8fd32eb22_1_29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g2f8fd32eb22_1_2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2f8fd32eb22_1_30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g2f8fd32eb22_1_3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2f8fd32eb22_1_30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g2f8fd32eb22_1_3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2f8fd32eb22_1_30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g2f8fd32eb22_1_3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2f8fd32eb22_1_3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g2f8fd32eb22_1_3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2f8fd32eb22_1_3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g2f8fd32eb22_1_3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2f8fd32eb22_1_3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g2f8fd32eb22_1_3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2f8fd32eb22_1_3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" name="Google Shape;439;g2f8fd32eb22_1_3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2f8fd32eb22_1_3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g2f8fd32eb22_1_3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2f8fd32eb22_1_3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9" name="Google Shape;449;g2f8fd32eb22_1_3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2f8fd32eb22_1_3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4" name="Google Shape;454;g2f8fd32eb22_1_3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2f8fd32eb22_1_3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g2f8fd32eb22_1_3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7913804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2f8fd32eb22_1_3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g2f8fd32eb22_1_3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6060506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2f8fd32eb22_1_3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g2f8fd32eb22_1_3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25698666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2f8fd32eb22_1_3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g2f8fd32eb22_1_3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25698666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2f8fd32eb22_1_3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g2f8fd32eb22_1_3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9909409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2f8fd32eb22_1_3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g2f8fd32eb22_1_3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429330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f8fd32eb22_1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f8fd32eb22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01043826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f8fd32eb22_1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f8fd32eb22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61249070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f8fd32eb22_1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f8fd32eb22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14349438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f8fd32eb22_1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f8fd32eb22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77506846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f8fd32eb22_1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f8fd32eb22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14548107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f8fd32eb22_1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f8fd32eb22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03161166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f8fd32eb22_1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f8fd32eb22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20416216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f8fd32eb22_1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f8fd32eb22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59215775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f8fd32eb22_1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f8fd32eb22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75352634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f8fd32eb22_1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f8fd32eb22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28255495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f8fd32eb22_1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f8fd32eb22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666106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f8fd32eb22_1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f8fd32eb22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408719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93610-4789-4734-896A-9A81A3CF431E}" type="datetimeFigureOut">
              <a:rPr lang="en-US" smtClean="0"/>
              <a:t>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F53D7-76FC-4CDB-B08C-8FDB21339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4715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93610-4789-4734-896A-9A81A3CF431E}" type="datetimeFigureOut">
              <a:rPr lang="en-US" smtClean="0"/>
              <a:t>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F53D7-76FC-4CDB-B08C-8FDB21339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230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93610-4789-4734-896A-9A81A3CF431E}" type="datetimeFigureOut">
              <a:rPr lang="en-US" smtClean="0"/>
              <a:t>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F53D7-76FC-4CDB-B08C-8FDB21339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519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93610-4789-4734-896A-9A81A3CF431E}" type="datetimeFigureOut">
              <a:rPr lang="en-US" smtClean="0"/>
              <a:t>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F53D7-76FC-4CDB-B08C-8FDB21339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1285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93610-4789-4734-896A-9A81A3CF431E}" type="datetimeFigureOut">
              <a:rPr lang="en-US" smtClean="0"/>
              <a:t>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F53D7-76FC-4CDB-B08C-8FDB21339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0160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93610-4789-4734-896A-9A81A3CF431E}" type="datetimeFigureOut">
              <a:rPr lang="en-US" smtClean="0"/>
              <a:t>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F53D7-76FC-4CDB-B08C-8FDB21339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2674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93610-4789-4734-896A-9A81A3CF431E}" type="datetimeFigureOut">
              <a:rPr lang="en-US" smtClean="0"/>
              <a:t>1/11/2025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F53D7-76FC-4CDB-B08C-8FDB21339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5998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93610-4789-4734-896A-9A81A3CF431E}" type="datetimeFigureOut">
              <a:rPr lang="en-US" smtClean="0"/>
              <a:t>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F53D7-76FC-4CDB-B08C-8FDB21339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518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93610-4789-4734-896A-9A81A3CF431E}" type="datetimeFigureOut">
              <a:rPr lang="en-US" smtClean="0"/>
              <a:t>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F53D7-76FC-4CDB-B08C-8FDB21339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318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93610-4789-4734-896A-9A81A3CF431E}" type="datetimeFigureOut">
              <a:rPr lang="en-US" smtClean="0"/>
              <a:t>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F53D7-76FC-4CDB-B08C-8FDB21339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872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93610-4789-4734-896A-9A81A3CF431E}" type="datetimeFigureOut">
              <a:rPr lang="en-US" smtClean="0"/>
              <a:t>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F53D7-76FC-4CDB-B08C-8FDB21339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862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493610-4789-4734-896A-9A81A3CF431E}" type="datetimeFigureOut">
              <a:rPr lang="en-US" smtClean="0"/>
              <a:t>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EF53D7-76FC-4CDB-B08C-8FDB21339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437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title"/>
          </p:nvPr>
        </p:nvSpPr>
        <p:spPr>
          <a:xfrm>
            <a:off x="157162" y="142875"/>
            <a:ext cx="11858625" cy="65579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marL="45720" algn="ctr"/>
            <a:r>
              <a:rPr lang="en-US" alt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Ang </a:t>
            </a:r>
            <a:r>
              <a:rPr lang="en-US" altLang="en-US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Bibliya</a:t>
            </a:r>
            <a:r>
              <a:rPr lang="en-US" alt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Balaang</a:t>
            </a:r>
            <a:r>
              <a:rPr lang="en-US" alt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Kasulatan</a:t>
            </a:r>
            <a:br>
              <a:rPr lang="en-US" alt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Kinabuhi</a:t>
            </a:r>
            <a:r>
              <a:rPr lang="en-US" alt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Sa </a:t>
            </a:r>
            <a:r>
              <a:rPr lang="en-US" altLang="en-US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Atong</a:t>
            </a:r>
            <a:r>
              <a:rPr lang="en-US" alt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Simbahan</a:t>
            </a:r>
            <a:endParaRPr lang="en-US" altLang="en-US" sz="9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857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title"/>
          </p:nvPr>
        </p:nvSpPr>
        <p:spPr>
          <a:xfrm>
            <a:off x="157162" y="142875"/>
            <a:ext cx="11858625" cy="65579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marL="45720" algn="ctr"/>
            <a:r>
              <a:rPr lang="sv-SE" alt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Tuburan Sa Pagtoong Bug-os</a:t>
            </a:r>
            <a:br>
              <a:rPr lang="sv-SE" alt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sv-SE" alt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Ang Bibliya Pulong Sa Dios</a:t>
            </a:r>
            <a:endParaRPr lang="en-US" altLang="en-US" sz="9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92163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title"/>
          </p:nvPr>
        </p:nvSpPr>
        <p:spPr>
          <a:xfrm>
            <a:off x="157162" y="142875"/>
            <a:ext cx="11858625" cy="65579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marL="45720" algn="ctr"/>
            <a:r>
              <a:rPr lang="en-US" alt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Ang </a:t>
            </a:r>
            <a:r>
              <a:rPr lang="en-US" altLang="en-US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Bibliya</a:t>
            </a:r>
            <a:r>
              <a:rPr lang="en-US" alt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Balaang</a:t>
            </a:r>
            <a:r>
              <a:rPr lang="en-US" alt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Kasulatan</a:t>
            </a:r>
            <a:br>
              <a:rPr lang="en-US" alt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Maglilig</a:t>
            </a:r>
            <a:r>
              <a:rPr lang="en-US" alt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-on Sa </a:t>
            </a:r>
            <a:r>
              <a:rPr lang="en-US" altLang="en-US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Atong</a:t>
            </a:r>
            <a:r>
              <a:rPr lang="en-US" alt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Simbahan</a:t>
            </a:r>
            <a:endParaRPr lang="en-US" altLang="en-US" sz="9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2640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title"/>
          </p:nvPr>
        </p:nvSpPr>
        <p:spPr>
          <a:xfrm>
            <a:off x="157162" y="142875"/>
            <a:ext cx="11858625" cy="65579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marL="45720" algn="ctr"/>
            <a:r>
              <a:rPr lang="en-US" altLang="en-US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Tuburan</a:t>
            </a:r>
            <a:r>
              <a:rPr lang="en-US" alt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Sa </a:t>
            </a:r>
            <a:r>
              <a:rPr lang="en-US" altLang="en-US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Tanang</a:t>
            </a:r>
            <a:r>
              <a:rPr lang="en-US" alt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Paglaum</a:t>
            </a:r>
            <a:br>
              <a:rPr lang="en-US" alt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Ang </a:t>
            </a:r>
            <a:r>
              <a:rPr lang="en-US" altLang="en-US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Bibliya</a:t>
            </a:r>
            <a:r>
              <a:rPr lang="en-US" alt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Buhing</a:t>
            </a:r>
            <a:r>
              <a:rPr lang="en-US" alt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Pulong</a:t>
            </a:r>
            <a:endParaRPr lang="en-US" altLang="en-US" sz="9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36647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title"/>
          </p:nvPr>
        </p:nvSpPr>
        <p:spPr>
          <a:xfrm>
            <a:off x="157162" y="142875"/>
            <a:ext cx="11858625" cy="65579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marL="45720" algn="ctr"/>
            <a:r>
              <a:rPr lang="sv-SE" alt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Atong Isangyaw Kini Sa Nga Tanan</a:t>
            </a:r>
            <a:br>
              <a:rPr lang="sv-SE" alt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sv-SE" alt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Atong Isabwag Kini Sa Kanasuran</a:t>
            </a:r>
            <a:endParaRPr lang="en-US" altLang="en-US" sz="9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93496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title"/>
          </p:nvPr>
        </p:nvSpPr>
        <p:spPr>
          <a:xfrm>
            <a:off x="157162" y="142875"/>
            <a:ext cx="11858625" cy="65579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marL="45720" algn="ctr"/>
            <a:r>
              <a:rPr lang="en-US" alt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Tun-an Ta Ang </a:t>
            </a:r>
            <a:r>
              <a:rPr lang="en-US" altLang="en-US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Pagmahal</a:t>
            </a:r>
            <a:br>
              <a:rPr lang="en-US" alt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Ang </a:t>
            </a:r>
            <a:r>
              <a:rPr lang="en-US" altLang="en-US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Pulong</a:t>
            </a:r>
            <a:r>
              <a:rPr lang="en-US" alt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Sa </a:t>
            </a:r>
            <a:r>
              <a:rPr lang="en-US" altLang="en-US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Ginoo</a:t>
            </a:r>
            <a:endParaRPr lang="en-US" altLang="en-US" sz="9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0286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title"/>
          </p:nvPr>
        </p:nvSpPr>
        <p:spPr>
          <a:xfrm>
            <a:off x="157162" y="142875"/>
            <a:ext cx="11858625" cy="65579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marL="45720" algn="ctr"/>
            <a:r>
              <a:rPr lang="nb-NO" alt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Tun-an Ta Ang Pagpuyo</a:t>
            </a:r>
            <a:br>
              <a:rPr lang="nb-NO" alt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nb-NO" alt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Ang Pulong Sa Ginoo</a:t>
            </a:r>
            <a:endParaRPr lang="en-US" altLang="en-US" sz="9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29762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title"/>
          </p:nvPr>
        </p:nvSpPr>
        <p:spPr>
          <a:xfrm>
            <a:off x="157162" y="142875"/>
            <a:ext cx="11858625" cy="65579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marL="45720" algn="ctr"/>
            <a:r>
              <a:rPr lang="en-US" alt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Ang </a:t>
            </a:r>
            <a:r>
              <a:rPr lang="en-US" altLang="en-US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Bibliya</a:t>
            </a:r>
            <a:r>
              <a:rPr lang="en-US" alt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Balaang</a:t>
            </a:r>
            <a:r>
              <a:rPr lang="en-US" alt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Kasulatan</a:t>
            </a:r>
            <a:br>
              <a:rPr lang="en-US" alt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Kinabuhi</a:t>
            </a:r>
            <a:r>
              <a:rPr lang="en-US" alt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Sa </a:t>
            </a:r>
            <a:r>
              <a:rPr lang="en-US" altLang="en-US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Atong</a:t>
            </a:r>
            <a:r>
              <a:rPr lang="en-US" alt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Simbahan</a:t>
            </a:r>
            <a:endParaRPr lang="en-US" altLang="en-US" sz="9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68059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title"/>
          </p:nvPr>
        </p:nvSpPr>
        <p:spPr>
          <a:xfrm>
            <a:off x="157162" y="142875"/>
            <a:ext cx="11858625" cy="65579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marL="45720" algn="ctr"/>
            <a:r>
              <a:rPr lang="sv-SE" alt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Tuburan Sa Pagtoong Bug-os</a:t>
            </a:r>
            <a:br>
              <a:rPr lang="sv-SE" alt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sv-SE" alt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Ang Bibliya Pulong Sa Dios</a:t>
            </a:r>
            <a:endParaRPr lang="en-US" altLang="en-US" sz="9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71082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title"/>
          </p:nvPr>
        </p:nvSpPr>
        <p:spPr>
          <a:xfrm>
            <a:off x="157162" y="142875"/>
            <a:ext cx="11858625" cy="65579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marL="45720" algn="ctr"/>
            <a:r>
              <a:rPr lang="sv-SE" alt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Tuburan Sa Pagtoong Bug-os</a:t>
            </a:r>
            <a:br>
              <a:rPr lang="sv-SE" alt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sv-SE" alt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Ang Bibliya Pulong Sa Dios</a:t>
            </a:r>
            <a:endParaRPr lang="en-US" altLang="en-US" sz="9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54320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31662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24840"/>
            <a:ext cx="3459480" cy="1139482"/>
          </a:xfrm>
          <a:solidFill>
            <a:schemeClr val="accent5">
              <a:lumMod val="75000"/>
            </a:schemeClr>
          </a:solidFill>
        </p:spPr>
        <p:txBody>
          <a:bodyPr>
            <a:norm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4800" b="1" dirty="0">
                <a:ln/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PASIUNA</a:t>
            </a:r>
          </a:p>
        </p:txBody>
      </p:sp>
      <p:sp>
        <p:nvSpPr>
          <p:cNvPr id="3" name="Rectangle 2"/>
          <p:cNvSpPr/>
          <p:nvPr/>
        </p:nvSpPr>
        <p:spPr>
          <a:xfrm>
            <a:off x="350520" y="1179337"/>
            <a:ext cx="11445240" cy="50479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9600" b="1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a typeface="Calibri"/>
                <a:cs typeface="Calibri"/>
                <a:sym typeface="Calibri"/>
              </a:rPr>
              <a:t>Wa</a:t>
            </a:r>
            <a:r>
              <a:rPr lang="en-US" sz="9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a typeface="Calibri"/>
                <a:cs typeface="Calibri"/>
                <a:sym typeface="Calibri"/>
              </a:rPr>
              <a:t> Pay Sure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BEF4037-A5BB-49B2-85CA-A54A26A7AB09}"/>
              </a:ext>
            </a:extLst>
          </p:cNvPr>
          <p:cNvGrpSpPr/>
          <p:nvPr/>
        </p:nvGrpSpPr>
        <p:grpSpPr>
          <a:xfrm>
            <a:off x="10412435" y="141848"/>
            <a:ext cx="1302434" cy="1486487"/>
            <a:chOff x="10412435" y="141848"/>
            <a:chExt cx="1302434" cy="1486487"/>
          </a:xfrm>
        </p:grpSpPr>
        <p:sp>
          <p:nvSpPr>
            <p:cNvPr id="4" name="Frame 3">
              <a:extLst>
                <a:ext uri="{FF2B5EF4-FFF2-40B4-BE49-F238E27FC236}">
                  <a16:creationId xmlns:a16="http://schemas.microsoft.com/office/drawing/2014/main" id="{DBB65D3F-3578-4F18-A8E1-FDEF8E6E5441}"/>
                </a:ext>
              </a:extLst>
            </p:cNvPr>
            <p:cNvSpPr/>
            <p:nvPr/>
          </p:nvSpPr>
          <p:spPr>
            <a:xfrm>
              <a:off x="10412435" y="14184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" name="Frame 4">
              <a:extLst>
                <a:ext uri="{FF2B5EF4-FFF2-40B4-BE49-F238E27FC236}">
                  <a16:creationId xmlns:a16="http://schemas.microsoft.com/office/drawing/2014/main" id="{1611C55B-8190-4F2A-8EE7-4CC9435C92D5}"/>
                </a:ext>
              </a:extLst>
            </p:cNvPr>
            <p:cNvSpPr/>
            <p:nvPr/>
          </p:nvSpPr>
          <p:spPr>
            <a:xfrm>
              <a:off x="10490980" y="383344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" name="Frame 6">
              <a:extLst>
                <a:ext uri="{FF2B5EF4-FFF2-40B4-BE49-F238E27FC236}">
                  <a16:creationId xmlns:a16="http://schemas.microsoft.com/office/drawing/2014/main" id="{3A2E3910-F03E-4E46-BB42-45989EEE532E}"/>
                </a:ext>
              </a:extLst>
            </p:cNvPr>
            <p:cNvSpPr/>
            <p:nvPr/>
          </p:nvSpPr>
          <p:spPr>
            <a:xfrm>
              <a:off x="10643380" y="535744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" name="Frame 7">
              <a:extLst>
                <a:ext uri="{FF2B5EF4-FFF2-40B4-BE49-F238E27FC236}">
                  <a16:creationId xmlns:a16="http://schemas.microsoft.com/office/drawing/2014/main" id="{A59C604E-503D-4009-B4CC-2CDE00E9E9B2}"/>
                </a:ext>
              </a:extLst>
            </p:cNvPr>
            <p:cNvSpPr/>
            <p:nvPr/>
          </p:nvSpPr>
          <p:spPr>
            <a:xfrm>
              <a:off x="10795780" y="688144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" name="Frame 8">
              <a:extLst>
                <a:ext uri="{FF2B5EF4-FFF2-40B4-BE49-F238E27FC236}">
                  <a16:creationId xmlns:a16="http://schemas.microsoft.com/office/drawing/2014/main" id="{0EF2EF7D-8D2C-457D-BF66-C9F7A544EC8A}"/>
                </a:ext>
              </a:extLst>
            </p:cNvPr>
            <p:cNvSpPr/>
            <p:nvPr/>
          </p:nvSpPr>
          <p:spPr>
            <a:xfrm>
              <a:off x="10948180" y="840544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8C82477-770F-42C1-BB10-6C58E775A1A2}"/>
              </a:ext>
            </a:extLst>
          </p:cNvPr>
          <p:cNvGrpSpPr/>
          <p:nvPr/>
        </p:nvGrpSpPr>
        <p:grpSpPr>
          <a:xfrm>
            <a:off x="2829955" y="5737856"/>
            <a:ext cx="6407832" cy="790723"/>
            <a:chOff x="2829955" y="5737856"/>
            <a:chExt cx="6407832" cy="790723"/>
          </a:xfrm>
        </p:grpSpPr>
        <p:sp>
          <p:nvSpPr>
            <p:cNvPr id="10" name="Frame 9">
              <a:extLst>
                <a:ext uri="{FF2B5EF4-FFF2-40B4-BE49-F238E27FC236}">
                  <a16:creationId xmlns:a16="http://schemas.microsoft.com/office/drawing/2014/main" id="{12E2AA2F-CBCF-4E59-B766-C360B0707CBE}"/>
                </a:ext>
              </a:extLst>
            </p:cNvPr>
            <p:cNvSpPr/>
            <p:nvPr/>
          </p:nvSpPr>
          <p:spPr>
            <a:xfrm>
              <a:off x="2829955" y="574078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" name="Frame 10">
              <a:extLst>
                <a:ext uri="{FF2B5EF4-FFF2-40B4-BE49-F238E27FC236}">
                  <a16:creationId xmlns:a16="http://schemas.microsoft.com/office/drawing/2014/main" id="{EC916B66-F66D-44B1-BF54-4FB634F8A683}"/>
                </a:ext>
              </a:extLst>
            </p:cNvPr>
            <p:cNvSpPr/>
            <p:nvPr/>
          </p:nvSpPr>
          <p:spPr>
            <a:xfrm>
              <a:off x="3642364" y="574078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2" name="Frame 11">
              <a:extLst>
                <a:ext uri="{FF2B5EF4-FFF2-40B4-BE49-F238E27FC236}">
                  <a16:creationId xmlns:a16="http://schemas.microsoft.com/office/drawing/2014/main" id="{A54F3E97-ECE7-46E8-83C3-E77C8D256887}"/>
                </a:ext>
              </a:extLst>
            </p:cNvPr>
            <p:cNvSpPr/>
            <p:nvPr/>
          </p:nvSpPr>
          <p:spPr>
            <a:xfrm>
              <a:off x="4440705" y="573785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3" name="Frame 12">
              <a:extLst>
                <a:ext uri="{FF2B5EF4-FFF2-40B4-BE49-F238E27FC236}">
                  <a16:creationId xmlns:a16="http://schemas.microsoft.com/office/drawing/2014/main" id="{1EAA3756-CD76-46D5-8F6D-894ACA7E8A24}"/>
                </a:ext>
              </a:extLst>
            </p:cNvPr>
            <p:cNvSpPr/>
            <p:nvPr/>
          </p:nvSpPr>
          <p:spPr>
            <a:xfrm>
              <a:off x="5253114" y="573785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" name="Frame 13">
              <a:extLst>
                <a:ext uri="{FF2B5EF4-FFF2-40B4-BE49-F238E27FC236}">
                  <a16:creationId xmlns:a16="http://schemas.microsoft.com/office/drawing/2014/main" id="{6824FF35-0970-4A21-814F-9978CD1B58B4}"/>
                </a:ext>
              </a:extLst>
            </p:cNvPr>
            <p:cNvSpPr/>
            <p:nvPr/>
          </p:nvSpPr>
          <p:spPr>
            <a:xfrm>
              <a:off x="6047939" y="574078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5" name="Frame 14">
              <a:extLst>
                <a:ext uri="{FF2B5EF4-FFF2-40B4-BE49-F238E27FC236}">
                  <a16:creationId xmlns:a16="http://schemas.microsoft.com/office/drawing/2014/main" id="{AA14F610-81D3-4657-8AA7-7A8F12FAFCF7}"/>
                </a:ext>
              </a:extLst>
            </p:cNvPr>
            <p:cNvSpPr/>
            <p:nvPr/>
          </p:nvSpPr>
          <p:spPr>
            <a:xfrm>
              <a:off x="6846280" y="574078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6" name="Frame 15">
              <a:extLst>
                <a:ext uri="{FF2B5EF4-FFF2-40B4-BE49-F238E27FC236}">
                  <a16:creationId xmlns:a16="http://schemas.microsoft.com/office/drawing/2014/main" id="{3DAEF6A0-9929-4393-92D1-F0913CED59A6}"/>
                </a:ext>
              </a:extLst>
            </p:cNvPr>
            <p:cNvSpPr/>
            <p:nvPr/>
          </p:nvSpPr>
          <p:spPr>
            <a:xfrm>
              <a:off x="7658689" y="573785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7" name="Frame 16">
              <a:extLst>
                <a:ext uri="{FF2B5EF4-FFF2-40B4-BE49-F238E27FC236}">
                  <a16:creationId xmlns:a16="http://schemas.microsoft.com/office/drawing/2014/main" id="{E0A68DA5-6013-4F44-9997-50B7A7A37240}"/>
                </a:ext>
              </a:extLst>
            </p:cNvPr>
            <p:cNvSpPr/>
            <p:nvPr/>
          </p:nvSpPr>
          <p:spPr>
            <a:xfrm>
              <a:off x="8471098" y="5737856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07CB33C-25CC-4680-9E9E-35031700E577}"/>
              </a:ext>
            </a:extLst>
          </p:cNvPr>
          <p:cNvGrpSpPr/>
          <p:nvPr/>
        </p:nvGrpSpPr>
        <p:grpSpPr>
          <a:xfrm>
            <a:off x="10412435" y="85577"/>
            <a:ext cx="1302434" cy="1486487"/>
            <a:chOff x="10412435" y="141848"/>
            <a:chExt cx="1302434" cy="1486487"/>
          </a:xfrm>
        </p:grpSpPr>
        <p:sp>
          <p:nvSpPr>
            <p:cNvPr id="20" name="Frame 19">
              <a:extLst>
                <a:ext uri="{FF2B5EF4-FFF2-40B4-BE49-F238E27FC236}">
                  <a16:creationId xmlns:a16="http://schemas.microsoft.com/office/drawing/2014/main" id="{C2338D19-E05E-42DD-ABCA-BDCC0E2FFA2C}"/>
                </a:ext>
              </a:extLst>
            </p:cNvPr>
            <p:cNvSpPr/>
            <p:nvPr/>
          </p:nvSpPr>
          <p:spPr>
            <a:xfrm>
              <a:off x="10412435" y="14184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1" name="Frame 20">
              <a:extLst>
                <a:ext uri="{FF2B5EF4-FFF2-40B4-BE49-F238E27FC236}">
                  <a16:creationId xmlns:a16="http://schemas.microsoft.com/office/drawing/2014/main" id="{10ED7F03-21B6-4B7C-BB6A-AC091FBAE12E}"/>
                </a:ext>
              </a:extLst>
            </p:cNvPr>
            <p:cNvSpPr/>
            <p:nvPr/>
          </p:nvSpPr>
          <p:spPr>
            <a:xfrm>
              <a:off x="10490980" y="383344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2" name="Frame 21">
              <a:extLst>
                <a:ext uri="{FF2B5EF4-FFF2-40B4-BE49-F238E27FC236}">
                  <a16:creationId xmlns:a16="http://schemas.microsoft.com/office/drawing/2014/main" id="{C0622665-C831-4101-96C4-A313260A149F}"/>
                </a:ext>
              </a:extLst>
            </p:cNvPr>
            <p:cNvSpPr/>
            <p:nvPr/>
          </p:nvSpPr>
          <p:spPr>
            <a:xfrm>
              <a:off x="10643380" y="535744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3" name="Frame 22">
              <a:extLst>
                <a:ext uri="{FF2B5EF4-FFF2-40B4-BE49-F238E27FC236}">
                  <a16:creationId xmlns:a16="http://schemas.microsoft.com/office/drawing/2014/main" id="{C027A6B2-5E99-4F34-B9EF-F6C8AA7B7173}"/>
                </a:ext>
              </a:extLst>
            </p:cNvPr>
            <p:cNvSpPr/>
            <p:nvPr/>
          </p:nvSpPr>
          <p:spPr>
            <a:xfrm>
              <a:off x="10795780" y="688144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4" name="Frame 23">
              <a:extLst>
                <a:ext uri="{FF2B5EF4-FFF2-40B4-BE49-F238E27FC236}">
                  <a16:creationId xmlns:a16="http://schemas.microsoft.com/office/drawing/2014/main" id="{78AE9222-EBA2-4EA5-8F1F-983BF5DAB3AA}"/>
                </a:ext>
              </a:extLst>
            </p:cNvPr>
            <p:cNvSpPr/>
            <p:nvPr/>
          </p:nvSpPr>
          <p:spPr>
            <a:xfrm>
              <a:off x="10948180" y="840544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8225AB5-BD85-4913-A3CE-A84C5ECC7261}"/>
              </a:ext>
            </a:extLst>
          </p:cNvPr>
          <p:cNvGrpSpPr/>
          <p:nvPr/>
        </p:nvGrpSpPr>
        <p:grpSpPr>
          <a:xfrm>
            <a:off x="2829955" y="5681585"/>
            <a:ext cx="6407832" cy="790723"/>
            <a:chOff x="2829955" y="5737856"/>
            <a:chExt cx="6407832" cy="790723"/>
          </a:xfrm>
        </p:grpSpPr>
        <p:sp>
          <p:nvSpPr>
            <p:cNvPr id="26" name="Frame 25">
              <a:extLst>
                <a:ext uri="{FF2B5EF4-FFF2-40B4-BE49-F238E27FC236}">
                  <a16:creationId xmlns:a16="http://schemas.microsoft.com/office/drawing/2014/main" id="{0A8A0F19-DF27-492C-B292-C1107765E8A4}"/>
                </a:ext>
              </a:extLst>
            </p:cNvPr>
            <p:cNvSpPr/>
            <p:nvPr/>
          </p:nvSpPr>
          <p:spPr>
            <a:xfrm>
              <a:off x="2829955" y="574078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7" name="Frame 26">
              <a:extLst>
                <a:ext uri="{FF2B5EF4-FFF2-40B4-BE49-F238E27FC236}">
                  <a16:creationId xmlns:a16="http://schemas.microsoft.com/office/drawing/2014/main" id="{D35C5EF4-19DA-4CBE-92AF-A7AC53065987}"/>
                </a:ext>
              </a:extLst>
            </p:cNvPr>
            <p:cNvSpPr/>
            <p:nvPr/>
          </p:nvSpPr>
          <p:spPr>
            <a:xfrm>
              <a:off x="3642364" y="574078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8" name="Frame 27">
              <a:extLst>
                <a:ext uri="{FF2B5EF4-FFF2-40B4-BE49-F238E27FC236}">
                  <a16:creationId xmlns:a16="http://schemas.microsoft.com/office/drawing/2014/main" id="{D7C958AC-08BD-413C-9FCC-FE90374D701B}"/>
                </a:ext>
              </a:extLst>
            </p:cNvPr>
            <p:cNvSpPr/>
            <p:nvPr/>
          </p:nvSpPr>
          <p:spPr>
            <a:xfrm>
              <a:off x="4440705" y="573785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9" name="Frame 28">
              <a:extLst>
                <a:ext uri="{FF2B5EF4-FFF2-40B4-BE49-F238E27FC236}">
                  <a16:creationId xmlns:a16="http://schemas.microsoft.com/office/drawing/2014/main" id="{D715B059-D471-4862-8D8C-7D3FE1DA9C84}"/>
                </a:ext>
              </a:extLst>
            </p:cNvPr>
            <p:cNvSpPr/>
            <p:nvPr/>
          </p:nvSpPr>
          <p:spPr>
            <a:xfrm>
              <a:off x="5253114" y="573785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0" name="Frame 29">
              <a:extLst>
                <a:ext uri="{FF2B5EF4-FFF2-40B4-BE49-F238E27FC236}">
                  <a16:creationId xmlns:a16="http://schemas.microsoft.com/office/drawing/2014/main" id="{F33C5261-E253-4567-8061-9AA29FEC59AA}"/>
                </a:ext>
              </a:extLst>
            </p:cNvPr>
            <p:cNvSpPr/>
            <p:nvPr/>
          </p:nvSpPr>
          <p:spPr>
            <a:xfrm>
              <a:off x="6047939" y="574078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1" name="Frame 30">
              <a:extLst>
                <a:ext uri="{FF2B5EF4-FFF2-40B4-BE49-F238E27FC236}">
                  <a16:creationId xmlns:a16="http://schemas.microsoft.com/office/drawing/2014/main" id="{FCCAE35C-6DED-4A20-97D7-355D674E7F06}"/>
                </a:ext>
              </a:extLst>
            </p:cNvPr>
            <p:cNvSpPr/>
            <p:nvPr/>
          </p:nvSpPr>
          <p:spPr>
            <a:xfrm>
              <a:off x="6846280" y="574078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2" name="Frame 31">
              <a:extLst>
                <a:ext uri="{FF2B5EF4-FFF2-40B4-BE49-F238E27FC236}">
                  <a16:creationId xmlns:a16="http://schemas.microsoft.com/office/drawing/2014/main" id="{7530BA3B-7C6E-4F32-8040-5FA36F42B330}"/>
                </a:ext>
              </a:extLst>
            </p:cNvPr>
            <p:cNvSpPr/>
            <p:nvPr/>
          </p:nvSpPr>
          <p:spPr>
            <a:xfrm>
              <a:off x="7658689" y="573785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3" name="Frame 32">
              <a:extLst>
                <a:ext uri="{FF2B5EF4-FFF2-40B4-BE49-F238E27FC236}">
                  <a16:creationId xmlns:a16="http://schemas.microsoft.com/office/drawing/2014/main" id="{39EA4A20-453A-4D0F-B08C-BA02A1826CB8}"/>
                </a:ext>
              </a:extLst>
            </p:cNvPr>
            <p:cNvSpPr/>
            <p:nvPr/>
          </p:nvSpPr>
          <p:spPr>
            <a:xfrm>
              <a:off x="8471098" y="5737856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143241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title"/>
          </p:nvPr>
        </p:nvSpPr>
        <p:spPr>
          <a:xfrm>
            <a:off x="157162" y="142875"/>
            <a:ext cx="11858625" cy="65579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marL="45720" algn="ctr"/>
            <a:r>
              <a:rPr lang="en-US" altLang="en-US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Diha</a:t>
            </a:r>
            <a:r>
              <a:rPr lang="en-US" alt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Sa </a:t>
            </a:r>
            <a:r>
              <a:rPr lang="en-US" altLang="en-US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Halaran</a:t>
            </a:r>
            <a:br>
              <a:rPr lang="en-US" alt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Daygon</a:t>
            </a:r>
            <a:r>
              <a:rPr lang="en-US" alt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Ang </a:t>
            </a:r>
            <a:r>
              <a:rPr lang="en-US" altLang="en-US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Ginoo</a:t>
            </a:r>
            <a:r>
              <a:rPr lang="en-US" alt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Sa </a:t>
            </a:r>
            <a:r>
              <a:rPr lang="en-US" altLang="en-US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Iyang</a:t>
            </a:r>
            <a:r>
              <a:rPr lang="en-US" alt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Gahom</a:t>
            </a:r>
            <a:br>
              <a:rPr lang="en-US" alt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Tungod</a:t>
            </a:r>
            <a:r>
              <a:rPr lang="en-US" alt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Sa </a:t>
            </a:r>
            <a:r>
              <a:rPr lang="en-US" altLang="en-US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Buhat</a:t>
            </a:r>
            <a:r>
              <a:rPr lang="en-US" alt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Sa </a:t>
            </a:r>
            <a:r>
              <a:rPr lang="en-US" altLang="en-US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Iyang</a:t>
            </a:r>
            <a:r>
              <a:rPr lang="en-US" alt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Kamot</a:t>
            </a:r>
            <a:endParaRPr lang="en-US" altLang="en-US" sz="9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37342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title"/>
          </p:nvPr>
        </p:nvSpPr>
        <p:spPr>
          <a:xfrm>
            <a:off x="157162" y="142875"/>
            <a:ext cx="11858625" cy="65579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marL="45720" algn="ctr"/>
            <a:r>
              <a:rPr lang="en-US" altLang="en-US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Dayga</a:t>
            </a:r>
            <a:r>
              <a:rPr lang="en-US" alt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Ang </a:t>
            </a:r>
            <a:r>
              <a:rPr lang="en-US" altLang="en-US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Ang</a:t>
            </a:r>
            <a:r>
              <a:rPr lang="en-US" alt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Iyang</a:t>
            </a:r>
            <a:r>
              <a:rPr lang="en-US" alt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Kahalangdon</a:t>
            </a:r>
            <a:endParaRPr lang="en-US" altLang="en-US" sz="9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33905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title"/>
          </p:nvPr>
        </p:nvSpPr>
        <p:spPr>
          <a:xfrm>
            <a:off x="157162" y="142875"/>
            <a:ext cx="11858625" cy="65579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marL="45720" algn="ctr"/>
            <a:r>
              <a:rPr lang="en-US" altLang="en-US" sz="8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Dayga</a:t>
            </a:r>
            <a:r>
              <a:rPr lang="en-US" altLang="en-US" sz="8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Sa </a:t>
            </a:r>
            <a:r>
              <a:rPr lang="en-US" altLang="en-US" sz="8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Tingog</a:t>
            </a:r>
            <a:r>
              <a:rPr lang="en-US" altLang="en-US" sz="8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Sa </a:t>
            </a:r>
            <a:r>
              <a:rPr lang="en-US" altLang="en-US" sz="8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Trumpeta</a:t>
            </a:r>
            <a:br>
              <a:rPr lang="en-US" altLang="en-US" sz="8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8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Dayga</a:t>
            </a:r>
            <a:r>
              <a:rPr lang="en-US" altLang="en-US" sz="8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Sa Alpha Ug Lera</a:t>
            </a:r>
            <a:br>
              <a:rPr lang="en-US" altLang="en-US" sz="8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8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Dayga</a:t>
            </a:r>
            <a:r>
              <a:rPr lang="en-US" altLang="en-US" sz="8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Sa </a:t>
            </a:r>
            <a:r>
              <a:rPr lang="en-US" altLang="en-US" sz="8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Tambor</a:t>
            </a:r>
            <a:r>
              <a:rPr lang="en-US" altLang="en-US" sz="8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Ug </a:t>
            </a:r>
            <a:r>
              <a:rPr lang="en-US" altLang="en-US" sz="8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Plahuta</a:t>
            </a:r>
            <a:endParaRPr lang="en-US" altLang="en-US" sz="8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74315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title"/>
          </p:nvPr>
        </p:nvSpPr>
        <p:spPr>
          <a:xfrm>
            <a:off x="157162" y="142875"/>
            <a:ext cx="11858625" cy="65579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marL="45720" algn="ctr"/>
            <a:r>
              <a:rPr lang="en-US" altLang="en-US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Kaskasi</a:t>
            </a:r>
            <a:r>
              <a:rPr lang="en-US" alt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Sayawi</a:t>
            </a:r>
            <a:r>
              <a:rPr lang="en-US" alt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Siya</a:t>
            </a:r>
            <a:br>
              <a:rPr lang="en-US" alt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Ang </a:t>
            </a:r>
            <a:r>
              <a:rPr lang="en-US" altLang="en-US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Mga</a:t>
            </a:r>
            <a:r>
              <a:rPr lang="en-US" alt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Lingganay</a:t>
            </a:r>
            <a:r>
              <a:rPr lang="en-US" alt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Patunuga</a:t>
            </a:r>
            <a:br>
              <a:rPr lang="en-US" alt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Ang </a:t>
            </a:r>
            <a:r>
              <a:rPr lang="en-US" altLang="en-US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Mga</a:t>
            </a:r>
            <a:r>
              <a:rPr lang="en-US" alt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Piyang-piyang</a:t>
            </a:r>
            <a:r>
              <a:rPr lang="en-US" alt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Pakagaya</a:t>
            </a:r>
            <a:endParaRPr lang="en-US" altLang="en-US" sz="9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86238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title"/>
          </p:nvPr>
        </p:nvSpPr>
        <p:spPr>
          <a:xfrm>
            <a:off x="157162" y="142875"/>
            <a:ext cx="11858625" cy="65579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marL="45720" algn="ctr"/>
            <a:r>
              <a:rPr lang="en-US" altLang="en-US" sz="8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Dayga</a:t>
            </a:r>
            <a:r>
              <a:rPr lang="en-US" altLang="en-US" sz="8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Sa </a:t>
            </a:r>
            <a:r>
              <a:rPr lang="en-US" altLang="en-US" sz="8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Tingog</a:t>
            </a:r>
            <a:r>
              <a:rPr lang="en-US" altLang="en-US" sz="8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Sa </a:t>
            </a:r>
            <a:r>
              <a:rPr lang="en-US" altLang="en-US" sz="8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Trumpeta</a:t>
            </a:r>
            <a:br>
              <a:rPr lang="en-US" altLang="en-US" sz="8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8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Dayga</a:t>
            </a:r>
            <a:r>
              <a:rPr lang="en-US" altLang="en-US" sz="8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Sa Alpha Ug Lera</a:t>
            </a:r>
            <a:br>
              <a:rPr lang="en-US" altLang="en-US" sz="8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8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Dayga</a:t>
            </a:r>
            <a:r>
              <a:rPr lang="en-US" altLang="en-US" sz="8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Sa </a:t>
            </a:r>
            <a:r>
              <a:rPr lang="en-US" altLang="en-US" sz="8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Tambor</a:t>
            </a:r>
            <a:r>
              <a:rPr lang="en-US" altLang="en-US" sz="8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Ug </a:t>
            </a:r>
            <a:r>
              <a:rPr lang="en-US" altLang="en-US" sz="8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Plahuta</a:t>
            </a:r>
            <a:endParaRPr lang="en-US" altLang="en-US" sz="8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59533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title"/>
          </p:nvPr>
        </p:nvSpPr>
        <p:spPr>
          <a:xfrm>
            <a:off x="157162" y="142875"/>
            <a:ext cx="11858625" cy="65579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marL="45720" algn="ctr"/>
            <a:r>
              <a:rPr lang="en-US" altLang="en-US" sz="11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Kaskasi</a:t>
            </a:r>
            <a:r>
              <a:rPr lang="en-US" altLang="en-US" sz="1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1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Tanan</a:t>
            </a:r>
            <a:r>
              <a:rPr lang="en-US" altLang="en-US" sz="1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Nga </a:t>
            </a:r>
            <a:r>
              <a:rPr lang="en-US" altLang="en-US" sz="11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Adunay</a:t>
            </a:r>
            <a:r>
              <a:rPr lang="en-US" altLang="en-US" sz="1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1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Gininhawa</a:t>
            </a:r>
            <a:br>
              <a:rPr lang="en-US" altLang="en-US" sz="1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11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Dayga</a:t>
            </a:r>
            <a:r>
              <a:rPr lang="en-US" altLang="en-US" sz="1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Ang </a:t>
            </a:r>
            <a:r>
              <a:rPr lang="en-US" altLang="en-US" sz="11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Ginoo</a:t>
            </a:r>
            <a:endParaRPr lang="en-US" altLang="en-US" sz="115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85598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53868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19086" y="2191691"/>
            <a:ext cx="8035778" cy="2532820"/>
          </a:xfrm>
        </p:spPr>
        <p:txBody>
          <a:bodyPr>
            <a:normAutofit/>
          </a:bodyPr>
          <a:lstStyle/>
          <a:p>
            <a:r>
              <a:rPr lang="en-US" sz="7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Nagakompisal</a:t>
            </a:r>
            <a:r>
              <a:rPr lang="en-US" sz="7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7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ako</a:t>
            </a:r>
            <a:endParaRPr lang="en-US" sz="7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65648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40"/>
          <p:cNvSpPr txBox="1">
            <a:spLocks noGrp="1"/>
          </p:cNvSpPr>
          <p:nvPr>
            <p:ph type="title"/>
          </p:nvPr>
        </p:nvSpPr>
        <p:spPr>
          <a:xfrm>
            <a:off x="157162" y="142875"/>
            <a:ext cx="11858625" cy="65579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lt1"/>
              </a:buClr>
              <a:buSzPts val="7500"/>
            </a:pPr>
            <a:r>
              <a:rPr lang="en" sz="10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Nagakompisal Ako Sa Dios Nga Makagagahom Sa Tanan, </a:t>
            </a:r>
            <a:endParaRPr sz="10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41"/>
          <p:cNvSpPr txBox="1">
            <a:spLocks noGrp="1"/>
          </p:cNvSpPr>
          <p:nvPr>
            <p:ph type="title"/>
          </p:nvPr>
        </p:nvSpPr>
        <p:spPr>
          <a:xfrm>
            <a:off x="157162" y="142875"/>
            <a:ext cx="11858625" cy="65579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lt1"/>
              </a:buClr>
              <a:buSzPts val="7500"/>
            </a:pPr>
            <a:r>
              <a:rPr lang="en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Ug Kani</a:t>
            </a:r>
            <a:r>
              <a:rPr lang="en-US" sz="10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ny</a:t>
            </a:r>
            <a:r>
              <a:rPr lang="en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Mga Igsoon Kay Nakalapas Ako Ug Dako Uyamot Sa Hunahuna,</a:t>
            </a:r>
            <a:endParaRPr sz="100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2"/>
          <p:cNvSpPr txBox="1">
            <a:spLocks noGrp="1"/>
          </p:cNvSpPr>
          <p:nvPr>
            <p:ph type="title"/>
          </p:nvPr>
        </p:nvSpPr>
        <p:spPr>
          <a:xfrm>
            <a:off x="157162" y="142875"/>
            <a:ext cx="11858625" cy="65579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rmAutofit/>
          </a:bodyPr>
          <a:lstStyle/>
          <a:p>
            <a:pPr algn="ctr">
              <a:spcBef>
                <a:spcPts val="0"/>
              </a:spcBef>
              <a:buClr>
                <a:schemeClr val="lt1"/>
              </a:buClr>
              <a:buSzPts val="7500"/>
            </a:pPr>
            <a:r>
              <a:rPr lang="en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 Pulong Ug Sa Buhat, Ug Sa Wala Pagbuhat Sa Angayang Buhaton.</a:t>
            </a:r>
            <a:endParaRPr sz="100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3"/>
          <p:cNvSpPr txBox="1">
            <a:spLocks noGrp="1"/>
          </p:cNvSpPr>
          <p:nvPr>
            <p:ph type="title"/>
          </p:nvPr>
        </p:nvSpPr>
        <p:spPr>
          <a:xfrm>
            <a:off x="157162" y="142875"/>
            <a:ext cx="11858625" cy="65579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lt1"/>
              </a:buClr>
              <a:buSzPts val="6800"/>
            </a:pPr>
            <a:r>
              <a:rPr lang="en" sz="90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Kay Akong Sala, </a:t>
            </a:r>
            <a:r>
              <a:rPr lang="en-US" sz="9066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Akong</a:t>
            </a:r>
            <a:r>
              <a:rPr lang="en-US" sz="90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Sala,</a:t>
            </a:r>
            <a:r>
              <a:rPr lang="en" sz="90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Akong Dakong Sala. Busa Nangamuyo Ako Kang Santa Maria, Kanunayng Birhen, </a:t>
            </a:r>
            <a:endParaRPr sz="9066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4"/>
          <p:cNvSpPr txBox="1">
            <a:spLocks noGrp="1"/>
          </p:cNvSpPr>
          <p:nvPr>
            <p:ph type="title"/>
          </p:nvPr>
        </p:nvSpPr>
        <p:spPr>
          <a:xfrm>
            <a:off x="126682" y="137073"/>
            <a:ext cx="11858625" cy="65579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lt1"/>
              </a:buClr>
              <a:buSzPts val="7500"/>
            </a:pPr>
            <a:r>
              <a:rPr lang="en" sz="10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 Tanang Mga Anghel Ug Mga Santos, Ug Kaninyo Mga Igsoon, </a:t>
            </a:r>
            <a:endParaRPr sz="10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5"/>
          <p:cNvSpPr txBox="1">
            <a:spLocks noGrp="1"/>
          </p:cNvSpPr>
          <p:nvPr>
            <p:ph type="title"/>
          </p:nvPr>
        </p:nvSpPr>
        <p:spPr>
          <a:xfrm>
            <a:off x="172402" y="121833"/>
            <a:ext cx="11858625" cy="65579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lt1"/>
              </a:buClr>
              <a:buSzPts val="7500"/>
            </a:pPr>
            <a:r>
              <a:rPr lang="en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Aron Inyo Akong I-</a:t>
            </a:r>
            <a:r>
              <a:rPr lang="en-US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mpo Sa Ginoo Nga Atong Dios.</a:t>
            </a:r>
            <a:endParaRPr sz="100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66828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24840"/>
            <a:ext cx="3459480" cy="1139482"/>
          </a:xfrm>
          <a:solidFill>
            <a:schemeClr val="accent5">
              <a:lumMod val="75000"/>
            </a:schemeClr>
          </a:solidFill>
        </p:spPr>
        <p:txBody>
          <a:bodyPr>
            <a:norm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4800" b="1" dirty="0">
                <a:ln/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Kyrie</a:t>
            </a:r>
          </a:p>
        </p:txBody>
      </p:sp>
      <p:sp>
        <p:nvSpPr>
          <p:cNvPr id="3" name="Rectangle 2"/>
          <p:cNvSpPr/>
          <p:nvPr/>
        </p:nvSpPr>
        <p:spPr>
          <a:xfrm>
            <a:off x="350520" y="1474762"/>
            <a:ext cx="11445240" cy="50479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9600" b="1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a typeface="Calibri"/>
                <a:cs typeface="Calibri"/>
                <a:sym typeface="Calibri"/>
              </a:rPr>
              <a:t>Ginoo</a:t>
            </a:r>
            <a:r>
              <a:rPr lang="en-US" sz="9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a typeface="Calibri"/>
                <a:cs typeface="Calibri"/>
                <a:sym typeface="Calibri"/>
              </a:rPr>
              <a:t>, </a:t>
            </a:r>
            <a:r>
              <a:rPr lang="en-US" sz="9600" b="1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a typeface="Calibri"/>
                <a:cs typeface="Calibri"/>
                <a:sym typeface="Calibri"/>
              </a:rPr>
              <a:t>Ginoo</a:t>
            </a:r>
            <a:r>
              <a:rPr lang="en-US" sz="9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a typeface="Calibri"/>
                <a:cs typeface="Calibri"/>
                <a:sym typeface="Calibri"/>
              </a:rPr>
              <a:t>, </a:t>
            </a:r>
            <a:r>
              <a:rPr lang="en-US" sz="9600" b="1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a typeface="Calibri"/>
                <a:cs typeface="Calibri"/>
                <a:sym typeface="Calibri"/>
              </a:rPr>
              <a:t>Kaloy</a:t>
            </a:r>
            <a:r>
              <a:rPr lang="en-US" sz="9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a typeface="Calibri"/>
                <a:cs typeface="Calibri"/>
                <a:sym typeface="Calibri"/>
              </a:rPr>
              <a:t>-I Kami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554494D-58FB-413B-A040-32181A1F0393}"/>
              </a:ext>
            </a:extLst>
          </p:cNvPr>
          <p:cNvGrpSpPr/>
          <p:nvPr/>
        </p:nvGrpSpPr>
        <p:grpSpPr>
          <a:xfrm>
            <a:off x="10412435" y="85577"/>
            <a:ext cx="1302434" cy="1486487"/>
            <a:chOff x="10412435" y="141848"/>
            <a:chExt cx="1302434" cy="1486487"/>
          </a:xfrm>
        </p:grpSpPr>
        <p:sp>
          <p:nvSpPr>
            <p:cNvPr id="5" name="Frame 4">
              <a:extLst>
                <a:ext uri="{FF2B5EF4-FFF2-40B4-BE49-F238E27FC236}">
                  <a16:creationId xmlns:a16="http://schemas.microsoft.com/office/drawing/2014/main" id="{4AF0534E-EC37-4928-9655-C1180348FB24}"/>
                </a:ext>
              </a:extLst>
            </p:cNvPr>
            <p:cNvSpPr/>
            <p:nvPr/>
          </p:nvSpPr>
          <p:spPr>
            <a:xfrm>
              <a:off x="10412435" y="14184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6" name="Frame 5">
              <a:extLst>
                <a:ext uri="{FF2B5EF4-FFF2-40B4-BE49-F238E27FC236}">
                  <a16:creationId xmlns:a16="http://schemas.microsoft.com/office/drawing/2014/main" id="{27A770EC-384A-442D-9815-0A40EBC93896}"/>
                </a:ext>
              </a:extLst>
            </p:cNvPr>
            <p:cNvSpPr/>
            <p:nvPr/>
          </p:nvSpPr>
          <p:spPr>
            <a:xfrm>
              <a:off x="10490980" y="383344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" name="Frame 6">
              <a:extLst>
                <a:ext uri="{FF2B5EF4-FFF2-40B4-BE49-F238E27FC236}">
                  <a16:creationId xmlns:a16="http://schemas.microsoft.com/office/drawing/2014/main" id="{78A52422-DFE4-49CF-86D5-1DBDFBD5310F}"/>
                </a:ext>
              </a:extLst>
            </p:cNvPr>
            <p:cNvSpPr/>
            <p:nvPr/>
          </p:nvSpPr>
          <p:spPr>
            <a:xfrm>
              <a:off x="10643380" y="535744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" name="Frame 7">
              <a:extLst>
                <a:ext uri="{FF2B5EF4-FFF2-40B4-BE49-F238E27FC236}">
                  <a16:creationId xmlns:a16="http://schemas.microsoft.com/office/drawing/2014/main" id="{90BD7ECE-5567-4273-804F-A4F3C7C8CF26}"/>
                </a:ext>
              </a:extLst>
            </p:cNvPr>
            <p:cNvSpPr/>
            <p:nvPr/>
          </p:nvSpPr>
          <p:spPr>
            <a:xfrm>
              <a:off x="10795780" y="688144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" name="Frame 8">
              <a:extLst>
                <a:ext uri="{FF2B5EF4-FFF2-40B4-BE49-F238E27FC236}">
                  <a16:creationId xmlns:a16="http://schemas.microsoft.com/office/drawing/2014/main" id="{55C0A7E2-7457-4B5C-8075-7FDA66202962}"/>
                </a:ext>
              </a:extLst>
            </p:cNvPr>
            <p:cNvSpPr/>
            <p:nvPr/>
          </p:nvSpPr>
          <p:spPr>
            <a:xfrm>
              <a:off x="10948180" y="840544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F02DD3D3-0F41-4FE7-8847-974A274E9E2F}"/>
              </a:ext>
            </a:extLst>
          </p:cNvPr>
          <p:cNvGrpSpPr/>
          <p:nvPr/>
        </p:nvGrpSpPr>
        <p:grpSpPr>
          <a:xfrm>
            <a:off x="2829955" y="5681585"/>
            <a:ext cx="6407832" cy="790723"/>
            <a:chOff x="2829955" y="5737856"/>
            <a:chExt cx="6407832" cy="790723"/>
          </a:xfrm>
        </p:grpSpPr>
        <p:sp>
          <p:nvSpPr>
            <p:cNvPr id="11" name="Frame 10">
              <a:extLst>
                <a:ext uri="{FF2B5EF4-FFF2-40B4-BE49-F238E27FC236}">
                  <a16:creationId xmlns:a16="http://schemas.microsoft.com/office/drawing/2014/main" id="{3C6EF77F-430D-4B53-9FEC-457F91F4ECC3}"/>
                </a:ext>
              </a:extLst>
            </p:cNvPr>
            <p:cNvSpPr/>
            <p:nvPr/>
          </p:nvSpPr>
          <p:spPr>
            <a:xfrm>
              <a:off x="2829955" y="574078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2" name="Frame 11">
              <a:extLst>
                <a:ext uri="{FF2B5EF4-FFF2-40B4-BE49-F238E27FC236}">
                  <a16:creationId xmlns:a16="http://schemas.microsoft.com/office/drawing/2014/main" id="{6D0CBCFF-D777-4BF4-836C-C618C050C846}"/>
                </a:ext>
              </a:extLst>
            </p:cNvPr>
            <p:cNvSpPr/>
            <p:nvPr/>
          </p:nvSpPr>
          <p:spPr>
            <a:xfrm>
              <a:off x="3642364" y="574078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3" name="Frame 12">
              <a:extLst>
                <a:ext uri="{FF2B5EF4-FFF2-40B4-BE49-F238E27FC236}">
                  <a16:creationId xmlns:a16="http://schemas.microsoft.com/office/drawing/2014/main" id="{36CA4ADE-200D-45B2-9354-0CCAE0FB4E7A}"/>
                </a:ext>
              </a:extLst>
            </p:cNvPr>
            <p:cNvSpPr/>
            <p:nvPr/>
          </p:nvSpPr>
          <p:spPr>
            <a:xfrm>
              <a:off x="4440705" y="573785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" name="Frame 13">
              <a:extLst>
                <a:ext uri="{FF2B5EF4-FFF2-40B4-BE49-F238E27FC236}">
                  <a16:creationId xmlns:a16="http://schemas.microsoft.com/office/drawing/2014/main" id="{D361925E-76CE-4C70-815C-0F8438958269}"/>
                </a:ext>
              </a:extLst>
            </p:cNvPr>
            <p:cNvSpPr/>
            <p:nvPr/>
          </p:nvSpPr>
          <p:spPr>
            <a:xfrm>
              <a:off x="5253114" y="573785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5" name="Frame 14">
              <a:extLst>
                <a:ext uri="{FF2B5EF4-FFF2-40B4-BE49-F238E27FC236}">
                  <a16:creationId xmlns:a16="http://schemas.microsoft.com/office/drawing/2014/main" id="{8B79D3F3-EA33-4B2D-A7D3-D13CE8C5D19F}"/>
                </a:ext>
              </a:extLst>
            </p:cNvPr>
            <p:cNvSpPr/>
            <p:nvPr/>
          </p:nvSpPr>
          <p:spPr>
            <a:xfrm>
              <a:off x="6047939" y="574078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6" name="Frame 15">
              <a:extLst>
                <a:ext uri="{FF2B5EF4-FFF2-40B4-BE49-F238E27FC236}">
                  <a16:creationId xmlns:a16="http://schemas.microsoft.com/office/drawing/2014/main" id="{0E45E2BF-40F3-4158-A724-621668A09E16}"/>
                </a:ext>
              </a:extLst>
            </p:cNvPr>
            <p:cNvSpPr/>
            <p:nvPr/>
          </p:nvSpPr>
          <p:spPr>
            <a:xfrm>
              <a:off x="6846280" y="574078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7" name="Frame 16">
              <a:extLst>
                <a:ext uri="{FF2B5EF4-FFF2-40B4-BE49-F238E27FC236}">
                  <a16:creationId xmlns:a16="http://schemas.microsoft.com/office/drawing/2014/main" id="{3F161F0C-78C8-4D91-8A1E-BE2B6B47E103}"/>
                </a:ext>
              </a:extLst>
            </p:cNvPr>
            <p:cNvSpPr/>
            <p:nvPr/>
          </p:nvSpPr>
          <p:spPr>
            <a:xfrm>
              <a:off x="7658689" y="573785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8" name="Frame 17">
              <a:extLst>
                <a:ext uri="{FF2B5EF4-FFF2-40B4-BE49-F238E27FC236}">
                  <a16:creationId xmlns:a16="http://schemas.microsoft.com/office/drawing/2014/main" id="{9EA64091-FFB5-4E84-A362-73E18CE9556E}"/>
                </a:ext>
              </a:extLst>
            </p:cNvPr>
            <p:cNvSpPr/>
            <p:nvPr/>
          </p:nvSpPr>
          <p:spPr>
            <a:xfrm>
              <a:off x="8471098" y="5737856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178940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4" y="142876"/>
            <a:ext cx="11858625" cy="6557963"/>
          </a:xfrm>
        </p:spPr>
        <p:txBody>
          <a:bodyPr anchor="ctr">
            <a:normAutofit/>
          </a:bodyPr>
          <a:lstStyle/>
          <a:p>
            <a:pPr algn="ctr"/>
            <a:r>
              <a:rPr lang="en-US" sz="9600" b="1" dirty="0" err="1">
                <a:solidFill>
                  <a:schemeClr val="bg1"/>
                </a:solidFill>
              </a:rPr>
              <a:t>Ginoo</a:t>
            </a:r>
            <a:r>
              <a:rPr lang="en-US" sz="9600" b="1" dirty="0">
                <a:solidFill>
                  <a:schemeClr val="bg1"/>
                </a:solidFill>
              </a:rPr>
              <a:t>, </a:t>
            </a:r>
            <a:r>
              <a:rPr lang="en-US" sz="9600" b="1" dirty="0" err="1">
                <a:solidFill>
                  <a:schemeClr val="bg1"/>
                </a:solidFill>
              </a:rPr>
              <a:t>Ginoo</a:t>
            </a:r>
            <a:r>
              <a:rPr lang="en-US" sz="9600" b="1" dirty="0">
                <a:solidFill>
                  <a:schemeClr val="bg1"/>
                </a:solidFill>
              </a:rPr>
              <a:t>, </a:t>
            </a:r>
            <a:r>
              <a:rPr lang="en-US" sz="9600" b="1" dirty="0" err="1">
                <a:solidFill>
                  <a:schemeClr val="bg1"/>
                </a:solidFill>
              </a:rPr>
              <a:t>Kaloy-i</a:t>
            </a:r>
            <a:r>
              <a:rPr lang="en-US" sz="9600" b="1" dirty="0">
                <a:solidFill>
                  <a:schemeClr val="bg1"/>
                </a:solidFill>
              </a:rPr>
              <a:t> Kami, </a:t>
            </a:r>
            <a:r>
              <a:rPr lang="en-US" sz="9600" b="1" dirty="0" err="1">
                <a:solidFill>
                  <a:schemeClr val="bg1"/>
                </a:solidFill>
              </a:rPr>
              <a:t>Kristo</a:t>
            </a:r>
            <a:r>
              <a:rPr lang="en-US" sz="9600" b="1" dirty="0">
                <a:solidFill>
                  <a:schemeClr val="bg1"/>
                </a:solidFill>
              </a:rPr>
              <a:t>, </a:t>
            </a:r>
            <a:r>
              <a:rPr lang="en-US" sz="9600" b="1" dirty="0" err="1">
                <a:solidFill>
                  <a:schemeClr val="bg1"/>
                </a:solidFill>
              </a:rPr>
              <a:t>Kristo</a:t>
            </a:r>
            <a:r>
              <a:rPr lang="en-US" sz="9600" b="1" dirty="0">
                <a:solidFill>
                  <a:schemeClr val="bg1"/>
                </a:solidFill>
              </a:rPr>
              <a:t>, </a:t>
            </a:r>
            <a:r>
              <a:rPr lang="en-US" sz="9600" b="1" dirty="0" err="1">
                <a:solidFill>
                  <a:schemeClr val="bg1"/>
                </a:solidFill>
              </a:rPr>
              <a:t>Kaloy-i</a:t>
            </a:r>
            <a:r>
              <a:rPr lang="en-US" sz="9600" b="1" dirty="0">
                <a:solidFill>
                  <a:schemeClr val="bg1"/>
                </a:solidFill>
              </a:rPr>
              <a:t> Kami, </a:t>
            </a:r>
            <a:r>
              <a:rPr lang="en-US" sz="9600" b="1" dirty="0" err="1">
                <a:solidFill>
                  <a:schemeClr val="bg1"/>
                </a:solidFill>
              </a:rPr>
              <a:t>Ginoo</a:t>
            </a:r>
            <a:r>
              <a:rPr lang="en-US" sz="9600" b="1" dirty="0">
                <a:solidFill>
                  <a:schemeClr val="bg1"/>
                </a:solidFill>
              </a:rPr>
              <a:t>, </a:t>
            </a:r>
            <a:r>
              <a:rPr lang="en-US" sz="9600" b="1" dirty="0" err="1">
                <a:solidFill>
                  <a:schemeClr val="bg1"/>
                </a:solidFill>
              </a:rPr>
              <a:t>Ginoo</a:t>
            </a:r>
            <a:r>
              <a:rPr lang="en-US" sz="9600" b="1" dirty="0">
                <a:solidFill>
                  <a:schemeClr val="bg1"/>
                </a:solidFill>
              </a:rPr>
              <a:t>, </a:t>
            </a:r>
            <a:r>
              <a:rPr lang="en-US" sz="9600" b="1" dirty="0" err="1">
                <a:solidFill>
                  <a:schemeClr val="bg1"/>
                </a:solidFill>
              </a:rPr>
              <a:t>Kaloy-i</a:t>
            </a:r>
            <a:r>
              <a:rPr lang="en-US" sz="9600" b="1" dirty="0">
                <a:solidFill>
                  <a:schemeClr val="bg1"/>
                </a:solidFill>
              </a:rPr>
              <a:t> Kami,</a:t>
            </a:r>
          </a:p>
        </p:txBody>
      </p:sp>
    </p:spTree>
    <p:extLst>
      <p:ext uri="{BB962C8B-B14F-4D97-AF65-F5344CB8AC3E}">
        <p14:creationId xmlns:p14="http://schemas.microsoft.com/office/powerpoint/2010/main" val="21426869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66688" y="150019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fi-FI" sz="10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Kaming Makasasala Nagalaum Sa Kinabuhing Dayon</a:t>
            </a:r>
            <a:endParaRPr lang="en-US" sz="103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9380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68954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4629" y="2177177"/>
            <a:ext cx="6828692" cy="2532820"/>
          </a:xfrm>
        </p:spPr>
        <p:txBody>
          <a:bodyPr>
            <a:normAutofit/>
          </a:bodyPr>
          <a:lstStyle/>
          <a:p>
            <a:pPr algn="ctr"/>
            <a:r>
              <a:rPr lang="en-US" sz="7200" dirty="0" err="1">
                <a:latin typeface="Arial" panose="020B0604020202020204" pitchFamily="34" charset="0"/>
                <a:cs typeface="Arial" panose="020B0604020202020204" pitchFamily="34" charset="0"/>
              </a:rPr>
              <a:t>Awit</a:t>
            </a:r>
            <a:r>
              <a:rPr lang="en-US" sz="7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7200" dirty="0" err="1">
                <a:latin typeface="Arial" panose="020B0604020202020204" pitchFamily="34" charset="0"/>
                <a:cs typeface="Arial" panose="020B0604020202020204" pitchFamily="34" charset="0"/>
              </a:rPr>
              <a:t>sa</a:t>
            </a:r>
            <a:r>
              <a:rPr lang="en-US" sz="7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7200" dirty="0" err="1">
                <a:latin typeface="Arial" panose="020B0604020202020204" pitchFamily="34" charset="0"/>
                <a:cs typeface="Arial" panose="020B0604020202020204" pitchFamily="34" charset="0"/>
              </a:rPr>
              <a:t>himaya</a:t>
            </a:r>
            <a:endParaRPr lang="en-US" sz="7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54930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56"/>
          <p:cNvSpPr txBox="1">
            <a:spLocks noGrp="1"/>
          </p:cNvSpPr>
          <p:nvPr>
            <p:ph type="title"/>
          </p:nvPr>
        </p:nvSpPr>
        <p:spPr>
          <a:xfrm>
            <a:off x="1" y="1"/>
            <a:ext cx="12191999" cy="685799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lt1"/>
              </a:buClr>
              <a:buSzPts val="7500"/>
            </a:pPr>
            <a:r>
              <a:rPr lang="en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Ug Kadait Sa Iyang Mga Tawo Dinhi Sa Yuta Ginoong Dios, Langitnong Hari,</a:t>
            </a:r>
            <a:endParaRPr sz="100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57"/>
          <p:cNvSpPr txBox="1">
            <a:spLocks noGrp="1"/>
          </p:cNvSpPr>
          <p:nvPr>
            <p:ph type="title"/>
          </p:nvPr>
        </p:nvSpPr>
        <p:spPr>
          <a:xfrm>
            <a:off x="1" y="1"/>
            <a:ext cx="12191999" cy="685799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lt1"/>
              </a:buClr>
              <a:buSzPts val="7000"/>
            </a:pPr>
            <a:r>
              <a:rPr lang="en" sz="9333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Dios Amahan Makagagahum Sa Tanan, Nagasimba Kami Kanimo, Nagapasalamat Kami Kanimo</a:t>
            </a:r>
            <a:endParaRPr sz="9333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58"/>
          <p:cNvSpPr txBox="1">
            <a:spLocks noGrp="1"/>
          </p:cNvSpPr>
          <p:nvPr>
            <p:ph type="title"/>
          </p:nvPr>
        </p:nvSpPr>
        <p:spPr>
          <a:xfrm>
            <a:off x="1" y="0"/>
            <a:ext cx="12191999" cy="6858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lt1"/>
              </a:buClr>
              <a:buSzPts val="7500"/>
            </a:pPr>
            <a:r>
              <a:rPr lang="en" sz="10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Nagadayeg Kami Kanimo Tungod Sa Imong Himaya</a:t>
            </a:r>
            <a:endParaRPr sz="10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59"/>
          <p:cNvSpPr txBox="1">
            <a:spLocks noGrp="1"/>
          </p:cNvSpPr>
          <p:nvPr>
            <p:ph type="title"/>
          </p:nvPr>
        </p:nvSpPr>
        <p:spPr>
          <a:xfrm>
            <a:off x="198120" y="137162"/>
            <a:ext cx="11734800" cy="650747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lt1"/>
              </a:buClr>
              <a:buSzPts val="7500"/>
            </a:pPr>
            <a:r>
              <a:rPr lang="en" sz="10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Himaya Sa Dios Didto Sa La-a-ngit, Ginoong Jesu-kristo, Bugtong Anak Sa Amahan</a:t>
            </a:r>
            <a:endParaRPr sz="10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60"/>
          <p:cNvSpPr txBox="1">
            <a:spLocks noGrp="1"/>
          </p:cNvSpPr>
          <p:nvPr>
            <p:ph type="title"/>
          </p:nvPr>
        </p:nvSpPr>
        <p:spPr>
          <a:xfrm>
            <a:off x="1" y="1"/>
            <a:ext cx="12191999" cy="685799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lt1"/>
              </a:buClr>
              <a:buSzPts val="7500"/>
            </a:pPr>
            <a:r>
              <a:rPr lang="en" sz="10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Ginoong Dios, Kordero Sa Dios, Ikaw Nagawagtang Sa Sala Sa Kalibutan, Kaloy-i Kami</a:t>
            </a:r>
            <a:endParaRPr sz="10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61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lt1"/>
              </a:buClr>
              <a:buSzPts val="7500"/>
            </a:pPr>
            <a:r>
              <a:rPr lang="en" sz="10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Ikaw Nagalingkod Sa Tuo Sa Amahan, Dawata Ang Among Pangamuyo</a:t>
            </a:r>
            <a:endParaRPr sz="10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62"/>
          <p:cNvSpPr txBox="1">
            <a:spLocks noGrp="1"/>
          </p:cNvSpPr>
          <p:nvPr>
            <p:ph type="title"/>
          </p:nvPr>
        </p:nvSpPr>
        <p:spPr>
          <a:xfrm>
            <a:off x="1" y="1"/>
            <a:ext cx="12191999" cy="685799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lt1"/>
              </a:buClr>
              <a:buSzPts val="7500"/>
            </a:pPr>
            <a:r>
              <a:rPr lang="en" sz="10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Himaya Sa Dios Didto Sa La-a-ngit, Kay Ikaw Lamang Ang Santos, Ikaw Lamang Ang Ginoo</a:t>
            </a:r>
            <a:endParaRPr sz="10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63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081163" cy="685799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lt1"/>
              </a:buClr>
              <a:buSzPts val="7500"/>
            </a:pPr>
            <a:r>
              <a:rPr lang="en" sz="10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Ikaw Lamang Ang Labing Halangdon, O Jesu-kristo</a:t>
            </a:r>
            <a:endParaRPr sz="10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64"/>
          <p:cNvSpPr txBox="1">
            <a:spLocks noGrp="1"/>
          </p:cNvSpPr>
          <p:nvPr>
            <p:ph type="title"/>
          </p:nvPr>
        </p:nvSpPr>
        <p:spPr>
          <a:xfrm>
            <a:off x="1" y="1"/>
            <a:ext cx="12191999" cy="685799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lt1"/>
              </a:buClr>
              <a:buSzPts val="7500"/>
            </a:pPr>
            <a:r>
              <a:rPr lang="en" sz="10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Uban Sa Espiritu Santo, Diha Sa Himaya Sa Dios Nga Amahan</a:t>
            </a:r>
            <a:endParaRPr sz="10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65"/>
          <p:cNvSpPr txBox="1">
            <a:spLocks noGrp="1"/>
          </p:cNvSpPr>
          <p:nvPr>
            <p:ph type="title"/>
          </p:nvPr>
        </p:nvSpPr>
        <p:spPr>
          <a:xfrm>
            <a:off x="1" y="1"/>
            <a:ext cx="12191999" cy="685799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lt1"/>
              </a:buClr>
              <a:buSzPts val="8300"/>
            </a:pPr>
            <a:r>
              <a:rPr lang="en" sz="11066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A-men, A--men</a:t>
            </a:r>
            <a:endParaRPr sz="11066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66"/>
          <p:cNvSpPr txBox="1">
            <a:spLocks noGrp="1"/>
          </p:cNvSpPr>
          <p:nvPr>
            <p:ph type="title"/>
          </p:nvPr>
        </p:nvSpPr>
        <p:spPr>
          <a:xfrm>
            <a:off x="1" y="1"/>
            <a:ext cx="12191999" cy="685799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lt1"/>
              </a:buClr>
              <a:buSzPts val="7500"/>
            </a:pPr>
            <a:r>
              <a:rPr lang="en" sz="10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Himaya Sa Dios Didto Sa La-a-ngit</a:t>
            </a:r>
            <a:endParaRPr sz="10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252045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93944" y="2104606"/>
            <a:ext cx="6828692" cy="2532820"/>
          </a:xfrm>
        </p:spPr>
        <p:txBody>
          <a:bodyPr>
            <a:normAutofit/>
          </a:bodyPr>
          <a:lstStyle/>
          <a:p>
            <a:r>
              <a:rPr lang="en-US" sz="7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Salmo </a:t>
            </a:r>
            <a:r>
              <a:rPr lang="en-US" sz="7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tubag</a:t>
            </a:r>
            <a:endParaRPr lang="en-US" sz="7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665075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D06F519-77CA-FBB9-5627-320119070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6857999"/>
          </a:xfrm>
        </p:spPr>
        <p:txBody>
          <a:bodyPr>
            <a:noAutofit/>
          </a:bodyPr>
          <a:lstStyle/>
          <a:p>
            <a:pPr algn="ctr"/>
            <a:r>
              <a:rPr lang="en-ID" sz="11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Ginoo</a:t>
            </a:r>
            <a:r>
              <a:rPr lang="en-ID" sz="11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11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Ipadala</a:t>
            </a:r>
            <a:r>
              <a:rPr lang="en-ID" sz="11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Ang </a:t>
            </a:r>
            <a:r>
              <a:rPr lang="en-ID" sz="11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Imong</a:t>
            </a:r>
            <a:r>
              <a:rPr lang="en-ID" sz="11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1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Espirito</a:t>
            </a:r>
            <a:r>
              <a:rPr lang="en-ID" sz="11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Ug Bag-</a:t>
            </a:r>
            <a:r>
              <a:rPr lang="en-ID" sz="11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oha</a:t>
            </a:r>
            <a:r>
              <a:rPr lang="en-ID" sz="11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Ang </a:t>
            </a:r>
            <a:r>
              <a:rPr lang="en-ID" sz="11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Nawong</a:t>
            </a:r>
            <a:r>
              <a:rPr lang="en-ID" sz="11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Yuta</a:t>
            </a:r>
          </a:p>
        </p:txBody>
      </p:sp>
    </p:spTree>
    <p:extLst>
      <p:ext uri="{BB962C8B-B14F-4D97-AF65-F5344CB8AC3E}">
        <p14:creationId xmlns:p14="http://schemas.microsoft.com/office/powerpoint/2010/main" val="155500043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032142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24840"/>
            <a:ext cx="3459480" cy="1139482"/>
          </a:xfrm>
          <a:solidFill>
            <a:schemeClr val="accent5">
              <a:lumMod val="75000"/>
            </a:schemeClr>
          </a:solidFill>
        </p:spPr>
        <p:txBody>
          <a:bodyPr>
            <a:norm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4800" b="1" dirty="0" err="1">
                <a:ln/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Pagdayeg</a:t>
            </a:r>
            <a:endParaRPr lang="en-US" sz="4800" b="1" dirty="0">
              <a:ln/>
              <a:solidFill>
                <a:schemeClr val="accent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50520" y="1474762"/>
            <a:ext cx="11445240" cy="50479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ID" sz="9600" b="1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Alelu</a:t>
            </a:r>
            <a:r>
              <a:rPr lang="en-ID" sz="9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9600" b="1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Alelu</a:t>
            </a:r>
            <a:r>
              <a:rPr lang="en-ID" sz="9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9600" b="1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Aleluya</a:t>
            </a:r>
            <a:endParaRPr lang="en-US" sz="96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a typeface="Calibri"/>
              <a:cs typeface="Calibri"/>
              <a:sym typeface="Calibri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FB7233F-AB02-44B3-80AA-8767BF9D04C6}"/>
              </a:ext>
            </a:extLst>
          </p:cNvPr>
          <p:cNvGrpSpPr/>
          <p:nvPr/>
        </p:nvGrpSpPr>
        <p:grpSpPr>
          <a:xfrm>
            <a:off x="10412435" y="85577"/>
            <a:ext cx="1302434" cy="1486487"/>
            <a:chOff x="10412435" y="141848"/>
            <a:chExt cx="1302434" cy="1486487"/>
          </a:xfrm>
        </p:grpSpPr>
        <p:sp>
          <p:nvSpPr>
            <p:cNvPr id="5" name="Frame 4">
              <a:extLst>
                <a:ext uri="{FF2B5EF4-FFF2-40B4-BE49-F238E27FC236}">
                  <a16:creationId xmlns:a16="http://schemas.microsoft.com/office/drawing/2014/main" id="{E0CC2E06-90E4-4A86-A468-04BE07918869}"/>
                </a:ext>
              </a:extLst>
            </p:cNvPr>
            <p:cNvSpPr/>
            <p:nvPr/>
          </p:nvSpPr>
          <p:spPr>
            <a:xfrm>
              <a:off x="10412435" y="14184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6" name="Frame 5">
              <a:extLst>
                <a:ext uri="{FF2B5EF4-FFF2-40B4-BE49-F238E27FC236}">
                  <a16:creationId xmlns:a16="http://schemas.microsoft.com/office/drawing/2014/main" id="{F1933B36-6918-486D-881D-9E4D10B7536F}"/>
                </a:ext>
              </a:extLst>
            </p:cNvPr>
            <p:cNvSpPr/>
            <p:nvPr/>
          </p:nvSpPr>
          <p:spPr>
            <a:xfrm>
              <a:off x="10490980" y="383344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" name="Frame 6">
              <a:extLst>
                <a:ext uri="{FF2B5EF4-FFF2-40B4-BE49-F238E27FC236}">
                  <a16:creationId xmlns:a16="http://schemas.microsoft.com/office/drawing/2014/main" id="{2D04AAD5-7253-4A02-A1A1-C05AB62A0A0E}"/>
                </a:ext>
              </a:extLst>
            </p:cNvPr>
            <p:cNvSpPr/>
            <p:nvPr/>
          </p:nvSpPr>
          <p:spPr>
            <a:xfrm>
              <a:off x="10643380" y="535744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" name="Frame 7">
              <a:extLst>
                <a:ext uri="{FF2B5EF4-FFF2-40B4-BE49-F238E27FC236}">
                  <a16:creationId xmlns:a16="http://schemas.microsoft.com/office/drawing/2014/main" id="{9EEA0EB3-B7AA-469F-A534-F8183BC29EE6}"/>
                </a:ext>
              </a:extLst>
            </p:cNvPr>
            <p:cNvSpPr/>
            <p:nvPr/>
          </p:nvSpPr>
          <p:spPr>
            <a:xfrm>
              <a:off x="10795780" y="688144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" name="Frame 8">
              <a:extLst>
                <a:ext uri="{FF2B5EF4-FFF2-40B4-BE49-F238E27FC236}">
                  <a16:creationId xmlns:a16="http://schemas.microsoft.com/office/drawing/2014/main" id="{F51C04CF-5DB7-40F0-9E6C-8079B203FD13}"/>
                </a:ext>
              </a:extLst>
            </p:cNvPr>
            <p:cNvSpPr/>
            <p:nvPr/>
          </p:nvSpPr>
          <p:spPr>
            <a:xfrm>
              <a:off x="10948180" y="840544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6F565C23-3393-40FF-9F13-FB69C0700E28}"/>
              </a:ext>
            </a:extLst>
          </p:cNvPr>
          <p:cNvGrpSpPr/>
          <p:nvPr/>
        </p:nvGrpSpPr>
        <p:grpSpPr>
          <a:xfrm>
            <a:off x="2829955" y="5681585"/>
            <a:ext cx="6407832" cy="790723"/>
            <a:chOff x="2829955" y="5737856"/>
            <a:chExt cx="6407832" cy="790723"/>
          </a:xfrm>
        </p:grpSpPr>
        <p:sp>
          <p:nvSpPr>
            <p:cNvPr id="11" name="Frame 10">
              <a:extLst>
                <a:ext uri="{FF2B5EF4-FFF2-40B4-BE49-F238E27FC236}">
                  <a16:creationId xmlns:a16="http://schemas.microsoft.com/office/drawing/2014/main" id="{53559C3C-01C3-4F66-8618-4A8CD7296D56}"/>
                </a:ext>
              </a:extLst>
            </p:cNvPr>
            <p:cNvSpPr/>
            <p:nvPr/>
          </p:nvSpPr>
          <p:spPr>
            <a:xfrm>
              <a:off x="2829955" y="574078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2" name="Frame 11">
              <a:extLst>
                <a:ext uri="{FF2B5EF4-FFF2-40B4-BE49-F238E27FC236}">
                  <a16:creationId xmlns:a16="http://schemas.microsoft.com/office/drawing/2014/main" id="{9581DB76-2052-4975-A38B-7E1CE06128DE}"/>
                </a:ext>
              </a:extLst>
            </p:cNvPr>
            <p:cNvSpPr/>
            <p:nvPr/>
          </p:nvSpPr>
          <p:spPr>
            <a:xfrm>
              <a:off x="3642364" y="574078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3" name="Frame 12">
              <a:extLst>
                <a:ext uri="{FF2B5EF4-FFF2-40B4-BE49-F238E27FC236}">
                  <a16:creationId xmlns:a16="http://schemas.microsoft.com/office/drawing/2014/main" id="{84FEC59C-0576-44BD-862F-BD7D99C26147}"/>
                </a:ext>
              </a:extLst>
            </p:cNvPr>
            <p:cNvSpPr/>
            <p:nvPr/>
          </p:nvSpPr>
          <p:spPr>
            <a:xfrm>
              <a:off x="4440705" y="573785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" name="Frame 13">
              <a:extLst>
                <a:ext uri="{FF2B5EF4-FFF2-40B4-BE49-F238E27FC236}">
                  <a16:creationId xmlns:a16="http://schemas.microsoft.com/office/drawing/2014/main" id="{C37688A3-C05F-4D13-81CF-6785CD4ADE21}"/>
                </a:ext>
              </a:extLst>
            </p:cNvPr>
            <p:cNvSpPr/>
            <p:nvPr/>
          </p:nvSpPr>
          <p:spPr>
            <a:xfrm>
              <a:off x="5253114" y="573785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5" name="Frame 14">
              <a:extLst>
                <a:ext uri="{FF2B5EF4-FFF2-40B4-BE49-F238E27FC236}">
                  <a16:creationId xmlns:a16="http://schemas.microsoft.com/office/drawing/2014/main" id="{A80DB6AA-551B-480C-83E5-EEE053D59172}"/>
                </a:ext>
              </a:extLst>
            </p:cNvPr>
            <p:cNvSpPr/>
            <p:nvPr/>
          </p:nvSpPr>
          <p:spPr>
            <a:xfrm>
              <a:off x="6047939" y="574078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6" name="Frame 15">
              <a:extLst>
                <a:ext uri="{FF2B5EF4-FFF2-40B4-BE49-F238E27FC236}">
                  <a16:creationId xmlns:a16="http://schemas.microsoft.com/office/drawing/2014/main" id="{23F82BE6-E13F-4028-B94B-410F9B9BCFF6}"/>
                </a:ext>
              </a:extLst>
            </p:cNvPr>
            <p:cNvSpPr/>
            <p:nvPr/>
          </p:nvSpPr>
          <p:spPr>
            <a:xfrm>
              <a:off x="6846280" y="574078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7" name="Frame 16">
              <a:extLst>
                <a:ext uri="{FF2B5EF4-FFF2-40B4-BE49-F238E27FC236}">
                  <a16:creationId xmlns:a16="http://schemas.microsoft.com/office/drawing/2014/main" id="{C667796B-A983-4B96-AE0A-ACA1CB8E16C4}"/>
                </a:ext>
              </a:extLst>
            </p:cNvPr>
            <p:cNvSpPr/>
            <p:nvPr/>
          </p:nvSpPr>
          <p:spPr>
            <a:xfrm>
              <a:off x="7658689" y="573785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8" name="Frame 17">
              <a:extLst>
                <a:ext uri="{FF2B5EF4-FFF2-40B4-BE49-F238E27FC236}">
                  <a16:creationId xmlns:a16="http://schemas.microsoft.com/office/drawing/2014/main" id="{2341C0A0-1B81-4E08-9358-49E495A00459}"/>
                </a:ext>
              </a:extLst>
            </p:cNvPr>
            <p:cNvSpPr/>
            <p:nvPr/>
          </p:nvSpPr>
          <p:spPr>
            <a:xfrm>
              <a:off x="8471098" y="5737856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0128466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6B8260E-B92B-4669-C7AC-0823F5D52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"/>
            <a:ext cx="12192000" cy="6857999"/>
          </a:xfrm>
        </p:spPr>
        <p:txBody>
          <a:bodyPr>
            <a:noAutofit/>
          </a:bodyPr>
          <a:lstStyle/>
          <a:p>
            <a:pPr algn="ctr"/>
            <a:r>
              <a:rPr lang="en-US" sz="10133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Alelu</a:t>
            </a:r>
            <a:r>
              <a:rPr lang="en-US" sz="1013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133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Alelu</a:t>
            </a:r>
            <a:r>
              <a:rPr lang="en-US" sz="1013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133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Aleluya</a:t>
            </a:r>
            <a:br>
              <a:rPr lang="en-US" sz="1013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133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Alelu</a:t>
            </a:r>
            <a:r>
              <a:rPr lang="en-US" sz="1013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133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Alelu</a:t>
            </a:r>
            <a:r>
              <a:rPr lang="en-US" sz="1013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133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Aleluya</a:t>
            </a:r>
            <a:endParaRPr lang="en-ID" sz="10133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227404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6B8260E-B92B-4669-C7AC-0823F5D52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"/>
            <a:ext cx="12192000" cy="6857999"/>
          </a:xfrm>
        </p:spPr>
        <p:txBody>
          <a:bodyPr>
            <a:noAutofit/>
          </a:bodyPr>
          <a:lstStyle/>
          <a:p>
            <a:pPr algn="ctr"/>
            <a:r>
              <a:rPr lang="en-US" sz="13333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Pagdaygon</a:t>
            </a:r>
            <a:r>
              <a:rPr lang="en-US" sz="1333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Ang </a:t>
            </a:r>
            <a:r>
              <a:rPr lang="en-US" sz="13333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Diyos</a:t>
            </a:r>
            <a:br>
              <a:rPr lang="en-US" sz="1333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3333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Alelu</a:t>
            </a:r>
            <a:r>
              <a:rPr lang="en-US" sz="1333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-u-u-u-</a:t>
            </a:r>
            <a:r>
              <a:rPr lang="en-US" sz="13333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</a:t>
            </a:r>
            <a:endParaRPr lang="en-ID" sz="13333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57512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6B8260E-B92B-4669-C7AC-0823F5D52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"/>
            <a:ext cx="12192000" cy="6857999"/>
          </a:xfrm>
        </p:spPr>
        <p:txBody>
          <a:bodyPr>
            <a:noAutofit/>
          </a:bodyPr>
          <a:lstStyle/>
          <a:p>
            <a:pPr algn="ctr"/>
            <a:r>
              <a:rPr lang="en-US" sz="10133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Alelu</a:t>
            </a:r>
            <a:r>
              <a:rPr lang="en-US" sz="1013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133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Alelu</a:t>
            </a:r>
            <a:r>
              <a:rPr lang="en-US" sz="1013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133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Aleluya</a:t>
            </a:r>
            <a:br>
              <a:rPr lang="en-US" sz="1013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133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Alelu</a:t>
            </a:r>
            <a:r>
              <a:rPr lang="en-US" sz="1013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133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Alelu</a:t>
            </a:r>
            <a:r>
              <a:rPr lang="en-US" sz="1013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133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Aleluya</a:t>
            </a:r>
            <a:endParaRPr lang="en-ID" sz="10133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629924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6B8260E-B92B-4669-C7AC-0823F5D52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"/>
            <a:ext cx="12192000" cy="6857999"/>
          </a:xfrm>
        </p:spPr>
        <p:txBody>
          <a:bodyPr>
            <a:noAutofit/>
          </a:bodyPr>
          <a:lstStyle/>
          <a:p>
            <a:pPr algn="ctr"/>
            <a:r>
              <a:rPr lang="en-US" sz="13333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Pagdaygon</a:t>
            </a:r>
            <a:r>
              <a:rPr lang="en-US" sz="1333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Ang </a:t>
            </a:r>
            <a:r>
              <a:rPr lang="en-US" sz="13333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Diyos</a:t>
            </a:r>
            <a:br>
              <a:rPr lang="en-US" sz="1333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3333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Alelu</a:t>
            </a:r>
            <a:r>
              <a:rPr lang="en-US" sz="1333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-u-u-u-</a:t>
            </a:r>
            <a:r>
              <a:rPr lang="en-US" sz="13333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</a:t>
            </a:r>
            <a:endParaRPr lang="en-ID" sz="13333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708949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828033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3542" y="2336834"/>
            <a:ext cx="7847093" cy="2532820"/>
          </a:xfrm>
        </p:spPr>
        <p:txBody>
          <a:bodyPr>
            <a:normAutofit/>
          </a:bodyPr>
          <a:lstStyle/>
          <a:p>
            <a:r>
              <a:rPr lang="en-US" sz="7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Profession of faith</a:t>
            </a:r>
          </a:p>
        </p:txBody>
      </p:sp>
    </p:spTree>
    <p:extLst>
      <p:ext uri="{BB962C8B-B14F-4D97-AF65-F5344CB8AC3E}">
        <p14:creationId xmlns:p14="http://schemas.microsoft.com/office/powerpoint/2010/main" val="90638257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78"/>
          <p:cNvSpPr txBox="1">
            <a:spLocks noGrp="1"/>
          </p:cNvSpPr>
          <p:nvPr>
            <p:ph type="subTitle" idx="1"/>
          </p:nvPr>
        </p:nvSpPr>
        <p:spPr>
          <a:xfrm>
            <a:off x="96982" y="138545"/>
            <a:ext cx="11984183" cy="65947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rmAutofit/>
          </a:bodyPr>
          <a:lstStyle/>
          <a:p>
            <a:pPr>
              <a:spcBef>
                <a:spcPts val="0"/>
              </a:spcBef>
              <a:buClr>
                <a:schemeClr val="lt1"/>
              </a:buClr>
              <a:buSzPts val="6800"/>
            </a:pPr>
            <a:r>
              <a:rPr lang="en" sz="9066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Nagatoo Kami Sa Usa Ka Dios, Ang Amahan, Ang Makagagahum Sa Ta- Nan, Magbubuhat Sa Langit Ug Sa Yuta, </a:t>
            </a:r>
            <a:endParaRPr sz="9066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79"/>
          <p:cNvSpPr txBox="1">
            <a:spLocks noGrp="1"/>
          </p:cNvSpPr>
          <p:nvPr>
            <p:ph type="subTitle" idx="1"/>
          </p:nvPr>
        </p:nvSpPr>
        <p:spPr>
          <a:xfrm>
            <a:off x="96982" y="138545"/>
            <a:ext cx="11984183" cy="65947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>
              <a:spcBef>
                <a:spcPts val="0"/>
              </a:spcBef>
              <a:buClr>
                <a:schemeClr val="lt1"/>
              </a:buClr>
              <a:buSzPts val="6700"/>
            </a:pPr>
            <a:r>
              <a:rPr lang="en" sz="8933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Ug Sa Tanang Mga Makita Ug Di Makita. Nagatoo Kami Sa Usa Ka Ginoo, Si Jesucristo, Ang Bugtong Anak Sa Dios, </a:t>
            </a:r>
            <a:endParaRPr sz="8933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80"/>
          <p:cNvSpPr txBox="1">
            <a:spLocks noGrp="1"/>
          </p:cNvSpPr>
          <p:nvPr>
            <p:ph type="subTitle" idx="1"/>
          </p:nvPr>
        </p:nvSpPr>
        <p:spPr>
          <a:xfrm>
            <a:off x="96982" y="138545"/>
            <a:ext cx="11984183" cy="65947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>
              <a:spcBef>
                <a:spcPts val="0"/>
              </a:spcBef>
              <a:buClr>
                <a:schemeClr val="lt1"/>
              </a:buClr>
              <a:buSzPts val="6800"/>
            </a:pPr>
            <a:r>
              <a:rPr lang="en" sz="9066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Gianak Sa Amahan Sa Wala Pay Katuigan, Dios Gikan Sa Dios, Kahayag Gikan Sa Kaha- Yag, </a:t>
            </a:r>
            <a:endParaRPr sz="9066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81"/>
          <p:cNvSpPr txBox="1">
            <a:spLocks noGrp="1"/>
          </p:cNvSpPr>
          <p:nvPr>
            <p:ph type="body" idx="1"/>
          </p:nvPr>
        </p:nvSpPr>
        <p:spPr>
          <a:xfrm>
            <a:off x="152400" y="166257"/>
            <a:ext cx="11887201" cy="652548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rmAutofit/>
          </a:bodyPr>
          <a:lstStyle/>
          <a:p>
            <a:pPr marL="0" indent="0" algn="ctr">
              <a:spcBef>
                <a:spcPts val="0"/>
              </a:spcBef>
              <a:buClr>
                <a:schemeClr val="lt1"/>
              </a:buClr>
              <a:buSzPts val="6800"/>
              <a:buNone/>
            </a:pPr>
            <a:r>
              <a:rPr lang="en" sz="9066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Matuod Nga Dios Gikan Sa Dios Nga Matuod, Gianak Dili Binuhat, Usag Kinaiya Sa Amahan. </a:t>
            </a:r>
            <a:endParaRPr sz="9066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82"/>
          <p:cNvSpPr txBox="1">
            <a:spLocks noGrp="1"/>
          </p:cNvSpPr>
          <p:nvPr>
            <p:ph type="body" idx="1"/>
          </p:nvPr>
        </p:nvSpPr>
        <p:spPr>
          <a:xfrm>
            <a:off x="152400" y="166257"/>
            <a:ext cx="11887201" cy="652548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marL="0" indent="0" algn="ctr">
              <a:spcBef>
                <a:spcPts val="0"/>
              </a:spcBef>
              <a:buClr>
                <a:schemeClr val="lt1"/>
              </a:buClr>
              <a:buSzPts val="6800"/>
              <a:buNone/>
            </a:pPr>
            <a:r>
              <a:rPr lang="en" sz="9066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Pinaagi Kaniya Nangahimo Ang Ta- Nan. Tungod Kanatong Mga Tawo Ug Alang Sa Atong Kaluwasan</a:t>
            </a:r>
            <a:endParaRPr sz="9066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83"/>
          <p:cNvSpPr txBox="1">
            <a:spLocks noGrp="1"/>
          </p:cNvSpPr>
          <p:nvPr>
            <p:ph type="subTitle" idx="1"/>
          </p:nvPr>
        </p:nvSpPr>
        <p:spPr>
          <a:xfrm>
            <a:off x="0" y="1"/>
            <a:ext cx="12192000" cy="685799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>
              <a:spcBef>
                <a:spcPts val="0"/>
              </a:spcBef>
              <a:buClr>
                <a:schemeClr val="lt1"/>
              </a:buClr>
              <a:buSzPts val="6600"/>
            </a:pPr>
            <a:r>
              <a:rPr lang="en" sz="88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Mi- Kanaug Siya Gikan Sa Langit Sa Lalang Sa Espiritu Santo Nahimo Siya Nga May Lawas Gikan Ni Maria Nga U- Lay</a:t>
            </a:r>
            <a:endParaRPr sz="88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84"/>
          <p:cNvSpPr txBox="1">
            <a:spLocks noGrp="1"/>
          </p:cNvSpPr>
          <p:nvPr>
            <p:ph type="subTitle" idx="1"/>
          </p:nvPr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>
              <a:spcBef>
                <a:spcPts val="0"/>
              </a:spcBef>
              <a:buClr>
                <a:schemeClr val="lt1"/>
              </a:buClr>
              <a:buSzPts val="6600"/>
            </a:pPr>
            <a:r>
              <a:rPr lang="en" sz="8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Ug Nahimong Tawo. Tungod Kanato Gilansang Siya Sa Krus Sa Sugo Ni Poncio Pilato Nag-antus Siya, Namatay Ug Gilu- Bong.</a:t>
            </a:r>
            <a:endParaRPr sz="8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85"/>
          <p:cNvSpPr txBox="1">
            <a:spLocks noGrp="1"/>
          </p:cNvSpPr>
          <p:nvPr>
            <p:ph type="body" idx="1"/>
          </p:nvPr>
        </p:nvSpPr>
        <p:spPr>
          <a:xfrm>
            <a:off x="0" y="1"/>
            <a:ext cx="12192000" cy="685799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marL="0" indent="0" algn="ctr">
              <a:spcBef>
                <a:spcPts val="0"/>
              </a:spcBef>
              <a:buClr>
                <a:schemeClr val="lt1"/>
              </a:buClr>
              <a:buSzPts val="6800"/>
              <a:buNone/>
            </a:pPr>
            <a:r>
              <a:rPr lang="en" sz="9066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Misaka Siya Sa Langit Ug Nagalingkod Sa Too Sa Amahan. Mobalik Siya Nga Mahimayaon A- Ron Paghukom</a:t>
            </a:r>
            <a:endParaRPr sz="9066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86"/>
          <p:cNvSpPr txBox="1">
            <a:spLocks noGrp="1"/>
          </p:cNvSpPr>
          <p:nvPr>
            <p:ph type="body" idx="1"/>
          </p:nvPr>
        </p:nvSpPr>
        <p:spPr>
          <a:xfrm>
            <a:off x="139931" y="123305"/>
            <a:ext cx="11928764" cy="662247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6800"/>
              <a:buNone/>
            </a:pPr>
            <a:r>
              <a:rPr lang="en" sz="9066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 Mga Buhi Ug Sa Mga Minatay, Ug Ang Iyang Ging- Harian Walay Katapusan. Nagatoo Kami Sa Espiritu Santo, </a:t>
            </a:r>
            <a:endParaRPr sz="9066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87"/>
          <p:cNvSpPr txBox="1">
            <a:spLocks noGrp="1"/>
          </p:cNvSpPr>
          <p:nvPr>
            <p:ph type="body" idx="1"/>
          </p:nvPr>
        </p:nvSpPr>
        <p:spPr>
          <a:xfrm>
            <a:off x="0" y="1"/>
            <a:ext cx="12192000" cy="685799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marL="0" indent="0" algn="ctr">
              <a:spcBef>
                <a:spcPts val="0"/>
              </a:spcBef>
              <a:buClr>
                <a:schemeClr val="lt1"/>
              </a:buClr>
              <a:buSzPts val="6800"/>
              <a:buNone/>
            </a:pPr>
            <a:r>
              <a:rPr lang="en" sz="9066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Ang Ginoo Ug Maghahatag Sa Kinabuhi. Na- Gagikan Siya Sa Amahan Ug Sa A- Nak. </a:t>
            </a:r>
            <a:endParaRPr sz="9066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88"/>
          <p:cNvSpPr txBox="1">
            <a:spLocks noGrp="1"/>
          </p:cNvSpPr>
          <p:nvPr>
            <p:ph type="body" idx="1"/>
          </p:nvPr>
        </p:nvSpPr>
        <p:spPr>
          <a:xfrm>
            <a:off x="138546" y="181496"/>
            <a:ext cx="11914911" cy="652548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6800"/>
              <a:buNone/>
            </a:pPr>
            <a:r>
              <a:rPr lang="en" sz="9066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Dungan Sa Amahan Ug Sa A- Nak Gisimba Siya Ug Gihimaya, Ug Misulti Pinaagi Sa Mga Propeta. </a:t>
            </a:r>
            <a:endParaRPr sz="9066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89"/>
          <p:cNvSpPr txBox="1">
            <a:spLocks noGrp="1"/>
          </p:cNvSpPr>
          <p:nvPr>
            <p:ph type="body" idx="1"/>
          </p:nvPr>
        </p:nvSpPr>
        <p:spPr>
          <a:xfrm>
            <a:off x="108066" y="181496"/>
            <a:ext cx="11914911" cy="652548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6800"/>
              <a:buNone/>
            </a:pPr>
            <a:r>
              <a:rPr lang="en" sz="9066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Nagatoo Kami Sa Usa, Santos, Ka- Toliko Ug Apostoliko Nga Simba- Han. Nagaila Kami Sa Usa Kabun- Yag </a:t>
            </a:r>
            <a:endParaRPr sz="9066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90"/>
          <p:cNvSpPr txBox="1">
            <a:spLocks noGrp="1"/>
          </p:cNvSpPr>
          <p:nvPr>
            <p:ph type="body" idx="1"/>
          </p:nvPr>
        </p:nvSpPr>
        <p:spPr>
          <a:xfrm>
            <a:off x="91441" y="122042"/>
            <a:ext cx="11970327" cy="662247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marL="0" indent="0" algn="ctr">
              <a:spcBef>
                <a:spcPts val="0"/>
              </a:spcBef>
              <a:buClr>
                <a:schemeClr val="lt1"/>
              </a:buClr>
              <a:buSzPts val="6800"/>
              <a:buNone/>
            </a:pPr>
            <a:r>
              <a:rPr lang="en" sz="9066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Alang Sa Kapasayloan Sa Mga Sala. Nagapaabot Kami Sa Pagka- Banhaw Sa Mga Minatay,.</a:t>
            </a:r>
            <a:endParaRPr sz="9066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91"/>
          <p:cNvSpPr txBox="1">
            <a:spLocks noGrp="1"/>
          </p:cNvSpPr>
          <p:nvPr>
            <p:ph type="body" idx="1"/>
          </p:nvPr>
        </p:nvSpPr>
        <p:spPr>
          <a:xfrm>
            <a:off x="91441" y="122042"/>
            <a:ext cx="11970327" cy="662247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marL="0" indent="0" algn="ctr">
              <a:spcBef>
                <a:spcPts val="0"/>
              </a:spcBef>
              <a:buClr>
                <a:schemeClr val="lt1"/>
              </a:buClr>
              <a:buSzPts val="6800"/>
              <a:buNone/>
            </a:pPr>
            <a:r>
              <a:rPr lang="en" sz="9066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Ug Sa Ki- Nabuhi Sa Umaabot Nga Kalibutan. Amen</a:t>
            </a:r>
            <a:endParaRPr sz="9066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750067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1086" y="2104605"/>
            <a:ext cx="9254978" cy="2532820"/>
          </a:xfrm>
        </p:spPr>
        <p:txBody>
          <a:bodyPr>
            <a:normAutofit/>
          </a:bodyPr>
          <a:lstStyle/>
          <a:p>
            <a:r>
              <a:rPr lang="en-US" sz="7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Tubag</a:t>
            </a:r>
            <a:r>
              <a:rPr lang="en-US" sz="7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7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</a:t>
            </a:r>
            <a:r>
              <a:rPr lang="en-US" sz="7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7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pangamuyo</a:t>
            </a:r>
            <a:endParaRPr lang="en-US" sz="7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819948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BA2AB8-5695-4B79-8CBD-87247F8972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286" y="248721"/>
            <a:ext cx="11466285" cy="6328228"/>
          </a:xfrm>
        </p:spPr>
        <p:txBody>
          <a:bodyPr anchor="ctr">
            <a:noAutofit/>
          </a:bodyPr>
          <a:lstStyle/>
          <a:p>
            <a:pPr marL="0" indent="0" algn="ctr">
              <a:buNone/>
            </a:pPr>
            <a:r>
              <a:rPr lang="en-ID" sz="14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Ginoo</a:t>
            </a:r>
            <a:r>
              <a:rPr lang="en-ID" sz="1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4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Dungga</a:t>
            </a:r>
            <a:r>
              <a:rPr lang="en-ID" sz="1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Kami</a:t>
            </a:r>
          </a:p>
        </p:txBody>
      </p:sp>
    </p:spTree>
    <p:extLst>
      <p:ext uri="{BB962C8B-B14F-4D97-AF65-F5344CB8AC3E}">
        <p14:creationId xmlns:p14="http://schemas.microsoft.com/office/powerpoint/2010/main" val="7792070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94"/>
          <p:cNvSpPr txBox="1">
            <a:spLocks noGrp="1"/>
          </p:cNvSpPr>
          <p:nvPr>
            <p:ph type="body" idx="1"/>
          </p:nvPr>
        </p:nvSpPr>
        <p:spPr>
          <a:xfrm>
            <a:off x="1" y="0"/>
            <a:ext cx="12191999" cy="6858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marL="0" indent="0" algn="ctr">
              <a:spcBef>
                <a:spcPts val="0"/>
              </a:spcBef>
              <a:buClr>
                <a:schemeClr val="lt1"/>
              </a:buClr>
              <a:buSzPts val="9000"/>
              <a:buNone/>
            </a:pPr>
            <a:endParaRPr lang="fi-FI" sz="100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685663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94"/>
          <p:cNvSpPr txBox="1">
            <a:spLocks noGrp="1"/>
          </p:cNvSpPr>
          <p:nvPr>
            <p:ph type="body" idx="1"/>
          </p:nvPr>
        </p:nvSpPr>
        <p:spPr>
          <a:xfrm>
            <a:off x="1" y="0"/>
            <a:ext cx="12191999" cy="6858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marL="0" indent="0" algn="ctr">
              <a:spcBef>
                <a:spcPts val="0"/>
              </a:spcBef>
              <a:buClr>
                <a:schemeClr val="lt1"/>
              </a:buClr>
              <a:buSzPts val="9000"/>
              <a:buNone/>
            </a:pPr>
            <a:r>
              <a:rPr lang="fi-FI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Santos Sacramento, Hesus Diha Sa Altar, Dayegon Saulogon, Ikaw Higugmaon</a:t>
            </a:r>
          </a:p>
          <a:p>
            <a:pPr marL="0" indent="0" algn="ctr">
              <a:spcBef>
                <a:spcPts val="0"/>
              </a:spcBef>
              <a:buClr>
                <a:schemeClr val="lt1"/>
              </a:buClr>
              <a:buSzPts val="9000"/>
              <a:buNone/>
            </a:pPr>
            <a:r>
              <a:rPr lang="fi-FI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Ikaw Higugmaon</a:t>
            </a:r>
          </a:p>
        </p:txBody>
      </p:sp>
    </p:spTree>
    <p:extLst>
      <p:ext uri="{BB962C8B-B14F-4D97-AF65-F5344CB8AC3E}">
        <p14:creationId xmlns:p14="http://schemas.microsoft.com/office/powerpoint/2010/main" val="394485095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94"/>
          <p:cNvSpPr txBox="1">
            <a:spLocks noGrp="1"/>
          </p:cNvSpPr>
          <p:nvPr>
            <p:ph type="body" idx="1"/>
          </p:nvPr>
        </p:nvSpPr>
        <p:spPr>
          <a:xfrm>
            <a:off x="1" y="0"/>
            <a:ext cx="12191999" cy="6858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marL="0" indent="0" algn="ctr">
              <a:spcBef>
                <a:spcPts val="0"/>
              </a:spcBef>
              <a:buClr>
                <a:schemeClr val="lt1"/>
              </a:buClr>
              <a:buSzPts val="9000"/>
              <a:buNone/>
            </a:pPr>
            <a:endParaRPr lang="fi-FI" sz="11733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0315874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94"/>
          <p:cNvSpPr txBox="1">
            <a:spLocks noGrp="1"/>
          </p:cNvSpPr>
          <p:nvPr>
            <p:ph type="body" idx="1"/>
          </p:nvPr>
        </p:nvSpPr>
        <p:spPr>
          <a:xfrm>
            <a:off x="1" y="0"/>
            <a:ext cx="12191999" cy="6858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marL="0" indent="0" algn="ctr">
              <a:spcBef>
                <a:spcPts val="0"/>
              </a:spcBef>
              <a:buClr>
                <a:schemeClr val="lt1"/>
              </a:buClr>
              <a:buSzPts val="9000"/>
              <a:buNone/>
            </a:pPr>
            <a:r>
              <a:rPr lang="fi-FI" sz="11733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Himaya </a:t>
            </a:r>
            <a:r>
              <a:rPr lang="fi-FI" sz="11733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Ug Pagdayeg </a:t>
            </a:r>
            <a:r>
              <a:rPr lang="fi-FI" sz="11733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Kanimo O Diyos</a:t>
            </a:r>
          </a:p>
        </p:txBody>
      </p:sp>
    </p:spTree>
    <p:extLst>
      <p:ext uri="{BB962C8B-B14F-4D97-AF65-F5344CB8AC3E}">
        <p14:creationId xmlns:p14="http://schemas.microsoft.com/office/powerpoint/2010/main" val="347471795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94"/>
          <p:cNvSpPr txBox="1">
            <a:spLocks noGrp="1"/>
          </p:cNvSpPr>
          <p:nvPr>
            <p:ph type="body" idx="1"/>
          </p:nvPr>
        </p:nvSpPr>
        <p:spPr>
          <a:xfrm>
            <a:off x="1" y="0"/>
            <a:ext cx="12191999" cy="6858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marL="0" indent="0" algn="ctr">
              <a:spcBef>
                <a:spcPts val="0"/>
              </a:spcBef>
              <a:buClr>
                <a:schemeClr val="lt1"/>
              </a:buClr>
              <a:buSzPts val="9000"/>
              <a:buNone/>
            </a:pPr>
            <a:endParaRPr lang="fi-FI" sz="11733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2593046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94"/>
          <p:cNvSpPr txBox="1">
            <a:spLocks noGrp="1"/>
          </p:cNvSpPr>
          <p:nvPr>
            <p:ph type="body" idx="1"/>
          </p:nvPr>
        </p:nvSpPr>
        <p:spPr>
          <a:xfrm>
            <a:off x="1" y="0"/>
            <a:ext cx="12191999" cy="6858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marL="0" indent="0" algn="ctr">
              <a:spcBef>
                <a:spcPts val="0"/>
              </a:spcBef>
              <a:buClr>
                <a:schemeClr val="lt1"/>
              </a:buClr>
              <a:buSzPts val="9000"/>
              <a:buNone/>
            </a:pPr>
            <a:endParaRPr lang="fi-FI" sz="11733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7864659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F321FFC-621E-4A15-BFF0-56DE765C74E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0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Amahan Namo, Nga Anaa Sa Mga Langit Pagdaygon Ang Imong Ngalan,</a:t>
            </a:r>
            <a:endParaRPr lang="en-ID" sz="1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412232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5C7A885-E910-4672-AFE6-E60C7271FF1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n-NO" sz="10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Umabot Kanamo Ang Imong Gingharian </a:t>
            </a:r>
            <a:r>
              <a:rPr lang="sv-SE" sz="10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Matuman Ang Imong Pagbuot,</a:t>
            </a:r>
            <a:endParaRPr lang="en-ID" sz="1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572612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87269FA-DBD8-444A-975B-0C91E8149BB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Dinhi Sa Yuta,</a:t>
            </a:r>
            <a:br>
              <a:rPr lang="it-IT" sz="10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it-IT" sz="10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Maingon Sa La-ngit</a:t>
            </a:r>
            <a:endParaRPr lang="en-ID" sz="1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663580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ABC6933-8F7D-4800-9D91-C7991A86E90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0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Ang Kalan-on Namo Sa Matag Adlaw Ihatag Kanamo Karong Adla-wa</a:t>
            </a:r>
            <a:endParaRPr lang="en-ID" sz="1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816065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B3AA3D4-2AB8-4B24-85ED-BFA9623F311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0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Ug Pasayloa Kami Sa Among Mga Sala </a:t>
            </a:r>
            <a:r>
              <a:rPr lang="en-ID" sz="10000" dirty="0" err="1">
                <a:latin typeface="Arial" panose="020B0604020202020204" pitchFamily="34" charset="0"/>
                <a:cs typeface="Arial" panose="020B0604020202020204" pitchFamily="34" charset="0"/>
              </a:rPr>
              <a:t>Maingon</a:t>
            </a:r>
            <a:r>
              <a:rPr lang="en-ID" sz="10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0000" dirty="0" err="1">
                <a:latin typeface="Arial" panose="020B0604020202020204" pitchFamily="34" charset="0"/>
                <a:cs typeface="Arial" panose="020B0604020202020204" pitchFamily="34" charset="0"/>
              </a:rPr>
              <a:t>Nga</a:t>
            </a:r>
            <a:r>
              <a:rPr lang="en-ID" sz="10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0000" dirty="0" err="1">
                <a:latin typeface="Arial" panose="020B0604020202020204" pitchFamily="34" charset="0"/>
                <a:cs typeface="Arial" panose="020B0604020202020204" pitchFamily="34" charset="0"/>
              </a:rPr>
              <a:t>Nagapasaylo</a:t>
            </a:r>
            <a:endParaRPr lang="en-ID" sz="1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637883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10000" dirty="0">
                <a:latin typeface="Arial" panose="020B0604020202020204" pitchFamily="34" charset="0"/>
                <a:cs typeface="Arial" panose="020B0604020202020204" pitchFamily="34" charset="0"/>
              </a:rPr>
              <a:t>Kami Sa </a:t>
            </a:r>
            <a:r>
              <a:rPr lang="en-ID" sz="10000" dirty="0" err="1">
                <a:latin typeface="Arial" panose="020B0604020202020204" pitchFamily="34" charset="0"/>
                <a:cs typeface="Arial" panose="020B0604020202020204" pitchFamily="34" charset="0"/>
              </a:rPr>
              <a:t>Mga</a:t>
            </a:r>
            <a:r>
              <a:rPr lang="en-ID" sz="10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0000" dirty="0" err="1">
                <a:latin typeface="Arial" panose="020B0604020202020204" pitchFamily="34" charset="0"/>
                <a:cs typeface="Arial" panose="020B0604020202020204" pitchFamily="34" charset="0"/>
              </a:rPr>
              <a:t>Nakasala</a:t>
            </a:r>
            <a:r>
              <a:rPr lang="en-ID" sz="10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0000" dirty="0" err="1">
                <a:latin typeface="Arial" panose="020B0604020202020204" pitchFamily="34" charset="0"/>
                <a:cs typeface="Arial" panose="020B0604020202020204" pitchFamily="34" charset="0"/>
              </a:rPr>
              <a:t>Kanamo</a:t>
            </a:r>
            <a:r>
              <a:rPr lang="en-ID" sz="10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D" sz="10000" dirty="0" err="1">
                <a:latin typeface="Arial" panose="020B0604020202020204" pitchFamily="34" charset="0"/>
                <a:cs typeface="Arial" panose="020B0604020202020204" pitchFamily="34" charset="0"/>
              </a:rPr>
              <a:t>Ug</a:t>
            </a:r>
            <a:r>
              <a:rPr lang="en-ID" sz="10000" dirty="0">
                <a:latin typeface="Arial" panose="020B0604020202020204" pitchFamily="34" charset="0"/>
                <a:cs typeface="Arial" panose="020B0604020202020204" pitchFamily="34" charset="0"/>
              </a:rPr>
              <a:t> Dili Mo Kami, </a:t>
            </a:r>
          </a:p>
        </p:txBody>
      </p:sp>
    </p:spTree>
    <p:extLst>
      <p:ext uri="{BB962C8B-B14F-4D97-AF65-F5344CB8AC3E}">
        <p14:creationId xmlns:p14="http://schemas.microsoft.com/office/powerpoint/2010/main" val="3284977870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10000" dirty="0" err="1">
                <a:latin typeface="Arial" panose="020B0604020202020204" pitchFamily="34" charset="0"/>
                <a:cs typeface="Arial" panose="020B0604020202020204" pitchFamily="34" charset="0"/>
              </a:rPr>
              <a:t>Itugyan</a:t>
            </a:r>
            <a:r>
              <a:rPr lang="en-ID" sz="10000" dirty="0">
                <a:latin typeface="Arial" panose="020B0604020202020204" pitchFamily="34" charset="0"/>
                <a:cs typeface="Arial" panose="020B0604020202020204" pitchFamily="34" charset="0"/>
              </a:rPr>
              <a:t> Sa </a:t>
            </a:r>
            <a:r>
              <a:rPr lang="en-ID" sz="10000" dirty="0" err="1">
                <a:latin typeface="Arial" panose="020B0604020202020204" pitchFamily="34" charset="0"/>
                <a:cs typeface="Arial" panose="020B0604020202020204" pitchFamily="34" charset="0"/>
              </a:rPr>
              <a:t>Panulay</a:t>
            </a:r>
            <a:r>
              <a:rPr lang="en-ID" sz="10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D" sz="10000" dirty="0" err="1">
                <a:latin typeface="Arial" panose="020B0604020202020204" pitchFamily="34" charset="0"/>
                <a:cs typeface="Arial" panose="020B0604020202020204" pitchFamily="34" charset="0"/>
              </a:rPr>
              <a:t>Hinonoa</a:t>
            </a:r>
            <a:r>
              <a:rPr lang="en-ID" sz="10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0000" dirty="0" err="1">
                <a:latin typeface="Arial" panose="020B0604020202020204" pitchFamily="34" charset="0"/>
                <a:cs typeface="Arial" panose="020B0604020202020204" pitchFamily="34" charset="0"/>
              </a:rPr>
              <a:t>Luwasa</a:t>
            </a:r>
            <a:r>
              <a:rPr lang="en-ID" sz="10000" dirty="0">
                <a:latin typeface="Arial" panose="020B0604020202020204" pitchFamily="34" charset="0"/>
                <a:cs typeface="Arial" panose="020B0604020202020204" pitchFamily="34" charset="0"/>
              </a:rPr>
              <a:t> Kami, </a:t>
            </a:r>
            <a:r>
              <a:rPr lang="en-ID" sz="10000" dirty="0" err="1">
                <a:latin typeface="Arial" panose="020B0604020202020204" pitchFamily="34" charset="0"/>
                <a:cs typeface="Arial" panose="020B0604020202020204" pitchFamily="34" charset="0"/>
              </a:rPr>
              <a:t>Luwasa</a:t>
            </a:r>
            <a:endParaRPr lang="en-ID" sz="10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D" sz="10000" dirty="0">
                <a:latin typeface="Arial" panose="020B0604020202020204" pitchFamily="34" charset="0"/>
                <a:cs typeface="Arial" panose="020B0604020202020204" pitchFamily="34" charset="0"/>
              </a:rPr>
              <a:t>Kami Sa </a:t>
            </a:r>
            <a:r>
              <a:rPr lang="en-ID" sz="10000" dirty="0" err="1">
                <a:latin typeface="Arial" panose="020B0604020202020204" pitchFamily="34" charset="0"/>
                <a:cs typeface="Arial" panose="020B0604020202020204" pitchFamily="34" charset="0"/>
              </a:rPr>
              <a:t>Dautan</a:t>
            </a:r>
            <a:endParaRPr lang="en-ID" sz="1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2517131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922855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24840"/>
            <a:ext cx="3459480" cy="1139482"/>
          </a:xfrm>
          <a:solidFill>
            <a:schemeClr val="accent5">
              <a:lumMod val="75000"/>
            </a:schemeClr>
          </a:solidFill>
        </p:spPr>
        <p:txBody>
          <a:bodyPr>
            <a:norm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4800" b="1" dirty="0" err="1">
                <a:ln/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Kalawat</a:t>
            </a:r>
            <a:endParaRPr lang="en-US" sz="4800" b="1" dirty="0">
              <a:ln/>
              <a:solidFill>
                <a:schemeClr val="accent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50520" y="1474762"/>
            <a:ext cx="11445240" cy="50479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9600" b="1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a typeface="Calibri"/>
                <a:cs typeface="Calibri"/>
                <a:sym typeface="Calibri"/>
              </a:rPr>
              <a:t>Gugmang</a:t>
            </a:r>
            <a:r>
              <a:rPr lang="en-US" sz="9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a typeface="Calibri"/>
                <a:cs typeface="Calibri"/>
                <a:sym typeface="Calibri"/>
              </a:rPr>
              <a:t> Way </a:t>
            </a:r>
            <a:r>
              <a:rPr lang="en-US" sz="9600" b="1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a typeface="Calibri"/>
                <a:cs typeface="Calibri"/>
                <a:sym typeface="Calibri"/>
              </a:rPr>
              <a:t>Sukod</a:t>
            </a:r>
            <a:endParaRPr lang="en-US" sz="96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a typeface="Calibri"/>
              <a:cs typeface="Calibri"/>
              <a:sym typeface="Calibri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4943163-484B-4625-9DF5-B2F5C64062E0}"/>
              </a:ext>
            </a:extLst>
          </p:cNvPr>
          <p:cNvGrpSpPr/>
          <p:nvPr/>
        </p:nvGrpSpPr>
        <p:grpSpPr>
          <a:xfrm>
            <a:off x="10412435" y="85577"/>
            <a:ext cx="1302434" cy="1486487"/>
            <a:chOff x="10412435" y="141848"/>
            <a:chExt cx="1302434" cy="1486487"/>
          </a:xfrm>
        </p:grpSpPr>
        <p:sp>
          <p:nvSpPr>
            <p:cNvPr id="5" name="Frame 4">
              <a:extLst>
                <a:ext uri="{FF2B5EF4-FFF2-40B4-BE49-F238E27FC236}">
                  <a16:creationId xmlns:a16="http://schemas.microsoft.com/office/drawing/2014/main" id="{47F154B6-B787-4A0D-805C-875B03C43C22}"/>
                </a:ext>
              </a:extLst>
            </p:cNvPr>
            <p:cNvSpPr/>
            <p:nvPr/>
          </p:nvSpPr>
          <p:spPr>
            <a:xfrm>
              <a:off x="10412435" y="14184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6" name="Frame 5">
              <a:extLst>
                <a:ext uri="{FF2B5EF4-FFF2-40B4-BE49-F238E27FC236}">
                  <a16:creationId xmlns:a16="http://schemas.microsoft.com/office/drawing/2014/main" id="{F98978A0-BB5D-4BC3-B58E-AA30E82F8F5E}"/>
                </a:ext>
              </a:extLst>
            </p:cNvPr>
            <p:cNvSpPr/>
            <p:nvPr/>
          </p:nvSpPr>
          <p:spPr>
            <a:xfrm>
              <a:off x="10490980" y="383344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" name="Frame 6">
              <a:extLst>
                <a:ext uri="{FF2B5EF4-FFF2-40B4-BE49-F238E27FC236}">
                  <a16:creationId xmlns:a16="http://schemas.microsoft.com/office/drawing/2014/main" id="{FDD7331D-71CD-438E-84AA-86D900850C5E}"/>
                </a:ext>
              </a:extLst>
            </p:cNvPr>
            <p:cNvSpPr/>
            <p:nvPr/>
          </p:nvSpPr>
          <p:spPr>
            <a:xfrm>
              <a:off x="10643380" y="535744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" name="Frame 7">
              <a:extLst>
                <a:ext uri="{FF2B5EF4-FFF2-40B4-BE49-F238E27FC236}">
                  <a16:creationId xmlns:a16="http://schemas.microsoft.com/office/drawing/2014/main" id="{7748DAB0-BBD3-44AC-841D-C33DE89138F1}"/>
                </a:ext>
              </a:extLst>
            </p:cNvPr>
            <p:cNvSpPr/>
            <p:nvPr/>
          </p:nvSpPr>
          <p:spPr>
            <a:xfrm>
              <a:off x="10795780" y="688144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" name="Frame 8">
              <a:extLst>
                <a:ext uri="{FF2B5EF4-FFF2-40B4-BE49-F238E27FC236}">
                  <a16:creationId xmlns:a16="http://schemas.microsoft.com/office/drawing/2014/main" id="{CF32990E-09CE-4523-A62F-69930B8E37BF}"/>
                </a:ext>
              </a:extLst>
            </p:cNvPr>
            <p:cNvSpPr/>
            <p:nvPr/>
          </p:nvSpPr>
          <p:spPr>
            <a:xfrm>
              <a:off x="10948180" y="840544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EBB12431-F073-4133-B963-4244BB14B286}"/>
              </a:ext>
            </a:extLst>
          </p:cNvPr>
          <p:cNvGrpSpPr/>
          <p:nvPr/>
        </p:nvGrpSpPr>
        <p:grpSpPr>
          <a:xfrm>
            <a:off x="2829955" y="5681585"/>
            <a:ext cx="6407832" cy="790723"/>
            <a:chOff x="2829955" y="5737856"/>
            <a:chExt cx="6407832" cy="790723"/>
          </a:xfrm>
        </p:grpSpPr>
        <p:sp>
          <p:nvSpPr>
            <p:cNvPr id="11" name="Frame 10">
              <a:extLst>
                <a:ext uri="{FF2B5EF4-FFF2-40B4-BE49-F238E27FC236}">
                  <a16:creationId xmlns:a16="http://schemas.microsoft.com/office/drawing/2014/main" id="{FADF7859-8C9B-4E0D-A77B-EF5E1490DAF2}"/>
                </a:ext>
              </a:extLst>
            </p:cNvPr>
            <p:cNvSpPr/>
            <p:nvPr/>
          </p:nvSpPr>
          <p:spPr>
            <a:xfrm>
              <a:off x="2829955" y="574078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2" name="Frame 11">
              <a:extLst>
                <a:ext uri="{FF2B5EF4-FFF2-40B4-BE49-F238E27FC236}">
                  <a16:creationId xmlns:a16="http://schemas.microsoft.com/office/drawing/2014/main" id="{BC6BC061-F754-49BF-BB60-DB0D90D5596B}"/>
                </a:ext>
              </a:extLst>
            </p:cNvPr>
            <p:cNvSpPr/>
            <p:nvPr/>
          </p:nvSpPr>
          <p:spPr>
            <a:xfrm>
              <a:off x="3642364" y="574078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3" name="Frame 12">
              <a:extLst>
                <a:ext uri="{FF2B5EF4-FFF2-40B4-BE49-F238E27FC236}">
                  <a16:creationId xmlns:a16="http://schemas.microsoft.com/office/drawing/2014/main" id="{46A77EF9-B582-4661-A18F-0845C93A3504}"/>
                </a:ext>
              </a:extLst>
            </p:cNvPr>
            <p:cNvSpPr/>
            <p:nvPr/>
          </p:nvSpPr>
          <p:spPr>
            <a:xfrm>
              <a:off x="4440705" y="573785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" name="Frame 13">
              <a:extLst>
                <a:ext uri="{FF2B5EF4-FFF2-40B4-BE49-F238E27FC236}">
                  <a16:creationId xmlns:a16="http://schemas.microsoft.com/office/drawing/2014/main" id="{4F1BB8E2-60DA-4B5C-98AF-D0232F2352F7}"/>
                </a:ext>
              </a:extLst>
            </p:cNvPr>
            <p:cNvSpPr/>
            <p:nvPr/>
          </p:nvSpPr>
          <p:spPr>
            <a:xfrm>
              <a:off x="5253114" y="573785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5" name="Frame 14">
              <a:extLst>
                <a:ext uri="{FF2B5EF4-FFF2-40B4-BE49-F238E27FC236}">
                  <a16:creationId xmlns:a16="http://schemas.microsoft.com/office/drawing/2014/main" id="{1B55F51D-3266-44AB-BB00-B07C034B28CC}"/>
                </a:ext>
              </a:extLst>
            </p:cNvPr>
            <p:cNvSpPr/>
            <p:nvPr/>
          </p:nvSpPr>
          <p:spPr>
            <a:xfrm>
              <a:off x="6047939" y="574078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6" name="Frame 15">
              <a:extLst>
                <a:ext uri="{FF2B5EF4-FFF2-40B4-BE49-F238E27FC236}">
                  <a16:creationId xmlns:a16="http://schemas.microsoft.com/office/drawing/2014/main" id="{45A758F2-F3AE-4CD3-B9A7-E47D0EF5296B}"/>
                </a:ext>
              </a:extLst>
            </p:cNvPr>
            <p:cNvSpPr/>
            <p:nvPr/>
          </p:nvSpPr>
          <p:spPr>
            <a:xfrm>
              <a:off x="6846280" y="574078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7" name="Frame 16">
              <a:extLst>
                <a:ext uri="{FF2B5EF4-FFF2-40B4-BE49-F238E27FC236}">
                  <a16:creationId xmlns:a16="http://schemas.microsoft.com/office/drawing/2014/main" id="{D804BA73-66A9-4F69-8BDC-D7453ED61079}"/>
                </a:ext>
              </a:extLst>
            </p:cNvPr>
            <p:cNvSpPr/>
            <p:nvPr/>
          </p:nvSpPr>
          <p:spPr>
            <a:xfrm>
              <a:off x="7658689" y="573785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8" name="Frame 17">
              <a:extLst>
                <a:ext uri="{FF2B5EF4-FFF2-40B4-BE49-F238E27FC236}">
                  <a16:creationId xmlns:a16="http://schemas.microsoft.com/office/drawing/2014/main" id="{CE99AC89-18D2-403F-9BA9-36D374DB881E}"/>
                </a:ext>
              </a:extLst>
            </p:cNvPr>
            <p:cNvSpPr/>
            <p:nvPr/>
          </p:nvSpPr>
          <p:spPr>
            <a:xfrm>
              <a:off x="8471098" y="5737856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49560604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49276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ID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Ang</a:t>
            </a:r>
            <a:r>
              <a:rPr lang="en-ID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gugma</a:t>
            </a:r>
            <a:r>
              <a:rPr lang="en-ID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</a:t>
            </a:r>
            <a:r>
              <a:rPr lang="en-ID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 </a:t>
            </a:r>
            <a:r>
              <a:rPr lang="en-ID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Ginoo</a:t>
            </a:r>
            <a:r>
              <a:rPr lang="en-ID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Gugma</a:t>
            </a:r>
            <a:r>
              <a:rPr lang="en-ID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nga</a:t>
            </a:r>
            <a:r>
              <a:rPr lang="en-ID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walay</a:t>
            </a:r>
            <a:r>
              <a:rPr lang="en-ID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sukod</a:t>
            </a:r>
            <a:r>
              <a:rPr lang="en-ID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92770379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2032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ID" sz="1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Ang</a:t>
            </a:r>
            <a:r>
              <a:rPr lang="en-ID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imong</a:t>
            </a:r>
            <a:r>
              <a:rPr lang="en-ID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pag</a:t>
            </a:r>
            <a:r>
              <a:rPr lang="en-ID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antos</a:t>
            </a:r>
            <a:r>
              <a:rPr lang="en-ID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ug</a:t>
            </a:r>
            <a:r>
              <a:rPr lang="en-ID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pag</a:t>
            </a:r>
            <a:r>
              <a:rPr lang="en-ID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pakamatay</a:t>
            </a:r>
            <a:r>
              <a:rPr lang="en-ID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nagdan</a:t>
            </a:r>
            <a:r>
              <a:rPr lang="en-ID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-ag </a:t>
            </a:r>
            <a:r>
              <a:rPr lang="en-ID" sz="1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n-ID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kaluwasan</a:t>
            </a:r>
            <a:r>
              <a:rPr lang="en-ID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32243814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ID" sz="1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Imong</a:t>
            </a:r>
            <a:r>
              <a:rPr lang="en-ID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gihiusa</a:t>
            </a:r>
            <a:r>
              <a:rPr lang="en-ID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ang</a:t>
            </a:r>
            <a:r>
              <a:rPr lang="en-ID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kalibutan</a:t>
            </a:r>
            <a:endParaRPr lang="en-ID" sz="1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D" sz="1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pinaagi</a:t>
            </a:r>
            <a:r>
              <a:rPr lang="en-ID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n-ID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imong</a:t>
            </a:r>
            <a:r>
              <a:rPr lang="en-ID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pagkabanhaw</a:t>
            </a:r>
            <a:r>
              <a:rPr lang="en-ID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18282456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ID" sz="9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 </a:t>
            </a:r>
            <a:r>
              <a:rPr lang="en-ID" sz="9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imong</a:t>
            </a:r>
            <a:r>
              <a:rPr lang="en-ID" sz="9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9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kalinaw</a:t>
            </a:r>
            <a:r>
              <a:rPr lang="en-ID" sz="9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 </a:t>
            </a:r>
            <a:r>
              <a:rPr lang="en-ID" sz="9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Ginoo</a:t>
            </a:r>
            <a:endParaRPr lang="en-ID" sz="9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D" sz="9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gibati</a:t>
            </a:r>
            <a:r>
              <a:rPr lang="en-ID" sz="9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9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n-ID" sz="9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among </a:t>
            </a:r>
            <a:r>
              <a:rPr lang="en-ID" sz="9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dughan</a:t>
            </a:r>
            <a:endParaRPr lang="en-ID" sz="9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D" sz="9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Ang</a:t>
            </a:r>
            <a:r>
              <a:rPr lang="en-ID" sz="9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9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imong</a:t>
            </a:r>
            <a:r>
              <a:rPr lang="en-ID" sz="9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9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dugo</a:t>
            </a:r>
            <a:r>
              <a:rPr lang="en-ID" sz="9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9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ug</a:t>
            </a:r>
            <a:r>
              <a:rPr lang="en-ID" sz="9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9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ang</a:t>
            </a:r>
            <a:r>
              <a:rPr lang="en-ID" sz="9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9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lawas</a:t>
            </a:r>
            <a:endParaRPr lang="en-ID" sz="9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1219540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-13716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ID" sz="9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nag dag-ag </a:t>
            </a:r>
            <a:r>
              <a:rPr lang="en-ID" sz="9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n-ID" sz="9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9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kaluwasan</a:t>
            </a:r>
            <a:r>
              <a:rPr lang="en-ID" sz="9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ctr"/>
            <a:r>
              <a:rPr lang="en-ID" sz="9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Imong</a:t>
            </a:r>
            <a:r>
              <a:rPr lang="en-ID" sz="9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9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gihigugma</a:t>
            </a:r>
            <a:r>
              <a:rPr lang="en-ID" sz="9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9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ang</a:t>
            </a:r>
            <a:r>
              <a:rPr lang="en-ID" sz="9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9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mga</a:t>
            </a:r>
            <a:r>
              <a:rPr lang="en-ID" sz="9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9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makasasala</a:t>
            </a:r>
            <a:endParaRPr lang="en-ID" sz="9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D" sz="9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Pinaagi</a:t>
            </a:r>
            <a:r>
              <a:rPr lang="en-ID" sz="9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9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n-ID" sz="9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9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imong</a:t>
            </a:r>
            <a:r>
              <a:rPr lang="en-ID" sz="9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9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pagkabanhaw</a:t>
            </a:r>
            <a:r>
              <a:rPr lang="en-ID" sz="9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14492130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sv-SE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Salamat sa imong gugma Sa kasing-kasing patuhupa Ipaambit t sa kalibutan</a:t>
            </a:r>
            <a:endParaRPr lang="en-ID" sz="1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6927214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12192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ID" sz="9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maghigugmaay</a:t>
            </a:r>
            <a:r>
              <a:rPr lang="en-ID" sz="9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9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kitang</a:t>
            </a:r>
            <a:r>
              <a:rPr lang="en-ID" sz="9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9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tanan</a:t>
            </a:r>
            <a:r>
              <a:rPr lang="en-ID" sz="9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9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Imong</a:t>
            </a:r>
            <a:r>
              <a:rPr lang="en-ID" sz="9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9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gihiusa</a:t>
            </a:r>
            <a:r>
              <a:rPr lang="en-ID" sz="9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9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ang</a:t>
            </a:r>
            <a:r>
              <a:rPr lang="en-ID" sz="9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9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kalibutan</a:t>
            </a:r>
            <a:r>
              <a:rPr lang="en-ID" sz="9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9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pinaagi</a:t>
            </a:r>
            <a:r>
              <a:rPr lang="en-ID" sz="9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9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n-ID" sz="9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9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imong</a:t>
            </a:r>
            <a:r>
              <a:rPr lang="en-ID" sz="9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9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pagkaban</a:t>
            </a:r>
            <a:r>
              <a:rPr lang="en-ID" sz="9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-haw</a:t>
            </a:r>
          </a:p>
        </p:txBody>
      </p:sp>
    </p:spTree>
    <p:extLst>
      <p:ext uri="{BB962C8B-B14F-4D97-AF65-F5344CB8AC3E}">
        <p14:creationId xmlns:p14="http://schemas.microsoft.com/office/powerpoint/2010/main" val="3829664489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4491034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24840"/>
            <a:ext cx="3459480" cy="1139482"/>
          </a:xfrm>
          <a:solidFill>
            <a:schemeClr val="accent5">
              <a:lumMod val="75000"/>
            </a:schemeClr>
          </a:solidFill>
        </p:spPr>
        <p:txBody>
          <a:bodyPr>
            <a:norm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4800" b="1" dirty="0" err="1">
                <a:ln/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Halad</a:t>
            </a:r>
            <a:endParaRPr lang="en-US" sz="4800" b="1" dirty="0">
              <a:ln/>
              <a:solidFill>
                <a:schemeClr val="accent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50520" y="1474762"/>
            <a:ext cx="11445240" cy="50479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9600" b="1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a typeface="Calibri"/>
                <a:cs typeface="Calibri"/>
                <a:sym typeface="Calibri"/>
              </a:rPr>
              <a:t>Ipa</a:t>
            </a:r>
            <a:r>
              <a:rPr lang="en-US" sz="9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a typeface="Calibri"/>
                <a:cs typeface="Calibri"/>
                <a:sym typeface="Calibri"/>
              </a:rPr>
              <a:t> Ambit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FC56DEA-2FAE-4EC4-9B26-84893D174CB8}"/>
              </a:ext>
            </a:extLst>
          </p:cNvPr>
          <p:cNvGrpSpPr/>
          <p:nvPr/>
        </p:nvGrpSpPr>
        <p:grpSpPr>
          <a:xfrm>
            <a:off x="10412435" y="85577"/>
            <a:ext cx="1302434" cy="1486487"/>
            <a:chOff x="10412435" y="141848"/>
            <a:chExt cx="1302434" cy="1486487"/>
          </a:xfrm>
        </p:grpSpPr>
        <p:sp>
          <p:nvSpPr>
            <p:cNvPr id="5" name="Frame 4">
              <a:extLst>
                <a:ext uri="{FF2B5EF4-FFF2-40B4-BE49-F238E27FC236}">
                  <a16:creationId xmlns:a16="http://schemas.microsoft.com/office/drawing/2014/main" id="{FDD15112-0CD4-4D63-8841-C524CE49ED9E}"/>
                </a:ext>
              </a:extLst>
            </p:cNvPr>
            <p:cNvSpPr/>
            <p:nvPr/>
          </p:nvSpPr>
          <p:spPr>
            <a:xfrm>
              <a:off x="10412435" y="14184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6" name="Frame 5">
              <a:extLst>
                <a:ext uri="{FF2B5EF4-FFF2-40B4-BE49-F238E27FC236}">
                  <a16:creationId xmlns:a16="http://schemas.microsoft.com/office/drawing/2014/main" id="{10F149A2-A106-4321-B857-7C5AB84047FD}"/>
                </a:ext>
              </a:extLst>
            </p:cNvPr>
            <p:cNvSpPr/>
            <p:nvPr/>
          </p:nvSpPr>
          <p:spPr>
            <a:xfrm>
              <a:off x="10490980" y="383344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" name="Frame 6">
              <a:extLst>
                <a:ext uri="{FF2B5EF4-FFF2-40B4-BE49-F238E27FC236}">
                  <a16:creationId xmlns:a16="http://schemas.microsoft.com/office/drawing/2014/main" id="{EA1D3D77-035E-480F-BFFD-0EF02A868560}"/>
                </a:ext>
              </a:extLst>
            </p:cNvPr>
            <p:cNvSpPr/>
            <p:nvPr/>
          </p:nvSpPr>
          <p:spPr>
            <a:xfrm>
              <a:off x="10643380" y="535744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" name="Frame 7">
              <a:extLst>
                <a:ext uri="{FF2B5EF4-FFF2-40B4-BE49-F238E27FC236}">
                  <a16:creationId xmlns:a16="http://schemas.microsoft.com/office/drawing/2014/main" id="{FA591806-7E11-4771-8EEF-E3A90B355B0B}"/>
                </a:ext>
              </a:extLst>
            </p:cNvPr>
            <p:cNvSpPr/>
            <p:nvPr/>
          </p:nvSpPr>
          <p:spPr>
            <a:xfrm>
              <a:off x="10795780" y="688144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" name="Frame 8">
              <a:extLst>
                <a:ext uri="{FF2B5EF4-FFF2-40B4-BE49-F238E27FC236}">
                  <a16:creationId xmlns:a16="http://schemas.microsoft.com/office/drawing/2014/main" id="{45298B82-6D2C-43D1-8C39-C8B53886B4FC}"/>
                </a:ext>
              </a:extLst>
            </p:cNvPr>
            <p:cNvSpPr/>
            <p:nvPr/>
          </p:nvSpPr>
          <p:spPr>
            <a:xfrm>
              <a:off x="10948180" y="840544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7F85E112-6336-4EFB-B16B-ABD2EAE677B0}"/>
              </a:ext>
            </a:extLst>
          </p:cNvPr>
          <p:cNvGrpSpPr/>
          <p:nvPr/>
        </p:nvGrpSpPr>
        <p:grpSpPr>
          <a:xfrm>
            <a:off x="2829955" y="5681585"/>
            <a:ext cx="6407832" cy="790723"/>
            <a:chOff x="2829955" y="5737856"/>
            <a:chExt cx="6407832" cy="790723"/>
          </a:xfrm>
        </p:grpSpPr>
        <p:sp>
          <p:nvSpPr>
            <p:cNvPr id="11" name="Frame 10">
              <a:extLst>
                <a:ext uri="{FF2B5EF4-FFF2-40B4-BE49-F238E27FC236}">
                  <a16:creationId xmlns:a16="http://schemas.microsoft.com/office/drawing/2014/main" id="{CC2C8CF9-8E32-4A4D-9310-3D7B96A0034E}"/>
                </a:ext>
              </a:extLst>
            </p:cNvPr>
            <p:cNvSpPr/>
            <p:nvPr/>
          </p:nvSpPr>
          <p:spPr>
            <a:xfrm>
              <a:off x="2829955" y="574078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2" name="Frame 11">
              <a:extLst>
                <a:ext uri="{FF2B5EF4-FFF2-40B4-BE49-F238E27FC236}">
                  <a16:creationId xmlns:a16="http://schemas.microsoft.com/office/drawing/2014/main" id="{A88FDCE5-CE26-4566-8B6B-01291B5179B5}"/>
                </a:ext>
              </a:extLst>
            </p:cNvPr>
            <p:cNvSpPr/>
            <p:nvPr/>
          </p:nvSpPr>
          <p:spPr>
            <a:xfrm>
              <a:off x="3642364" y="574078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3" name="Frame 12">
              <a:extLst>
                <a:ext uri="{FF2B5EF4-FFF2-40B4-BE49-F238E27FC236}">
                  <a16:creationId xmlns:a16="http://schemas.microsoft.com/office/drawing/2014/main" id="{19D11663-3A11-4CD6-90D2-133120E95070}"/>
                </a:ext>
              </a:extLst>
            </p:cNvPr>
            <p:cNvSpPr/>
            <p:nvPr/>
          </p:nvSpPr>
          <p:spPr>
            <a:xfrm>
              <a:off x="4440705" y="573785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" name="Frame 13">
              <a:extLst>
                <a:ext uri="{FF2B5EF4-FFF2-40B4-BE49-F238E27FC236}">
                  <a16:creationId xmlns:a16="http://schemas.microsoft.com/office/drawing/2014/main" id="{306230CB-2A09-4672-9D6A-F899F423A38C}"/>
                </a:ext>
              </a:extLst>
            </p:cNvPr>
            <p:cNvSpPr/>
            <p:nvPr/>
          </p:nvSpPr>
          <p:spPr>
            <a:xfrm>
              <a:off x="5253114" y="573785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5" name="Frame 14">
              <a:extLst>
                <a:ext uri="{FF2B5EF4-FFF2-40B4-BE49-F238E27FC236}">
                  <a16:creationId xmlns:a16="http://schemas.microsoft.com/office/drawing/2014/main" id="{9FA25B54-F5FE-4395-BA47-141263F10722}"/>
                </a:ext>
              </a:extLst>
            </p:cNvPr>
            <p:cNvSpPr/>
            <p:nvPr/>
          </p:nvSpPr>
          <p:spPr>
            <a:xfrm>
              <a:off x="6047939" y="574078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6" name="Frame 15">
              <a:extLst>
                <a:ext uri="{FF2B5EF4-FFF2-40B4-BE49-F238E27FC236}">
                  <a16:creationId xmlns:a16="http://schemas.microsoft.com/office/drawing/2014/main" id="{2AB30D0E-989B-4896-A7C0-71A9D072909D}"/>
                </a:ext>
              </a:extLst>
            </p:cNvPr>
            <p:cNvSpPr/>
            <p:nvPr/>
          </p:nvSpPr>
          <p:spPr>
            <a:xfrm>
              <a:off x="6846280" y="574078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7" name="Frame 16">
              <a:extLst>
                <a:ext uri="{FF2B5EF4-FFF2-40B4-BE49-F238E27FC236}">
                  <a16:creationId xmlns:a16="http://schemas.microsoft.com/office/drawing/2014/main" id="{F1A81C96-496F-47DD-8DCA-C379920489F0}"/>
                </a:ext>
              </a:extLst>
            </p:cNvPr>
            <p:cNvSpPr/>
            <p:nvPr/>
          </p:nvSpPr>
          <p:spPr>
            <a:xfrm>
              <a:off x="7658689" y="573785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8" name="Frame 17">
              <a:extLst>
                <a:ext uri="{FF2B5EF4-FFF2-40B4-BE49-F238E27FC236}">
                  <a16:creationId xmlns:a16="http://schemas.microsoft.com/office/drawing/2014/main" id="{E5378F84-8ED5-483D-828D-4DFE33AAFDED}"/>
                </a:ext>
              </a:extLst>
            </p:cNvPr>
            <p:cNvSpPr/>
            <p:nvPr/>
          </p:nvSpPr>
          <p:spPr>
            <a:xfrm>
              <a:off x="8471098" y="5737856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46684199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42649" y="737961"/>
            <a:ext cx="11858625" cy="6557963"/>
          </a:xfrm>
        </p:spPr>
        <p:txBody>
          <a:bodyPr anchor="t">
            <a:normAutofit/>
          </a:bodyPr>
          <a:lstStyle/>
          <a:p>
            <a:pPr algn="ctr"/>
            <a:r>
              <a:rPr lang="pl-PL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Igsoon ko ipaambit na ang kinabuhi mo,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5143290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4" y="142876"/>
            <a:ext cx="11858625" cy="6557963"/>
          </a:xfrm>
        </p:spPr>
        <p:txBody>
          <a:bodyPr anchor="t">
            <a:normAutofit/>
          </a:bodyPr>
          <a:lstStyle/>
          <a:p>
            <a:pPr algn="ctr"/>
            <a:r>
              <a:rPr lang="pl-PL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 mga hiyas mo palamboa,</a:t>
            </a:r>
            <a:br>
              <a:rPr lang="pl-PL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l-PL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gikan sa langit nga mga gasa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1428150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4" y="142876"/>
            <a:ext cx="11858625" cy="6557963"/>
          </a:xfrm>
        </p:spPr>
        <p:txBody>
          <a:bodyPr anchor="t">
            <a:normAutofit/>
          </a:bodyPr>
          <a:lstStyle/>
          <a:p>
            <a:pPr algn="ctr"/>
            <a:r>
              <a:rPr lang="pl-PL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segi na gamita na kining maong gasa</a:t>
            </a:r>
            <a:br>
              <a:rPr lang="pl-PL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l-PL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kining tanan inuslan lang arun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2561327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4" y="142876"/>
            <a:ext cx="11858625" cy="6557963"/>
          </a:xfrm>
        </p:spPr>
        <p:txBody>
          <a:bodyPr anchor="t">
            <a:normAutofit/>
          </a:bodyPr>
          <a:lstStyle/>
          <a:p>
            <a:pPr algn="ctr"/>
            <a:r>
              <a:rPr lang="pl-PL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mapalambo ang kalibutan</a:t>
            </a:r>
            <a:br>
              <a:rPr lang="pl-PL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l-PL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higala hinumdumi ang kahitas-an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7859867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15221" y="171905"/>
            <a:ext cx="11858625" cy="6557963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pl-PL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mohatag sa nagkugi</a:t>
            </a:r>
            <a:br>
              <a:rPr lang="pl-PL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l-PL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mosilot sa nagsayang niining maong bahandi.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4563454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15221" y="171905"/>
            <a:ext cx="11858625" cy="6557963"/>
          </a:xfrm>
        </p:spPr>
        <p:txBody>
          <a:bodyPr anchor="ctr">
            <a:normAutofit/>
          </a:bodyPr>
          <a:lstStyle/>
          <a:p>
            <a:pPr algn="ctr"/>
            <a:r>
              <a:rPr lang="pl-PL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Arun</a:t>
            </a:r>
            <a:r>
              <a:rPr lang="en-US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,,,, </a:t>
            </a:r>
            <a:r>
              <a:rPr lang="pl-PL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mapalambo ang kalibutan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9316164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8233421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24840"/>
            <a:ext cx="3459480" cy="1139482"/>
          </a:xfrm>
          <a:solidFill>
            <a:schemeClr val="accent5">
              <a:lumMod val="75000"/>
            </a:schemeClr>
          </a:solidFill>
        </p:spPr>
        <p:txBody>
          <a:bodyPr>
            <a:norm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4800" b="1" dirty="0" err="1">
                <a:ln/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Katapusan</a:t>
            </a:r>
            <a:endParaRPr lang="en-US" sz="4800" b="1" dirty="0">
              <a:ln/>
              <a:solidFill>
                <a:schemeClr val="accent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50520" y="1474762"/>
            <a:ext cx="11445240" cy="50479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9600" b="1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a typeface="Calibri"/>
                <a:cs typeface="Calibri"/>
                <a:sym typeface="Calibri"/>
              </a:rPr>
              <a:t>Diosnong</a:t>
            </a:r>
            <a:r>
              <a:rPr lang="en-US" sz="9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a typeface="Calibri"/>
                <a:cs typeface="Calibri"/>
                <a:sym typeface="Calibri"/>
              </a:rPr>
              <a:t> Bata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4C90B16-85A8-4ABF-AE4B-4428844575ED}"/>
              </a:ext>
            </a:extLst>
          </p:cNvPr>
          <p:cNvGrpSpPr/>
          <p:nvPr/>
        </p:nvGrpSpPr>
        <p:grpSpPr>
          <a:xfrm>
            <a:off x="10412435" y="85577"/>
            <a:ext cx="1302434" cy="1486487"/>
            <a:chOff x="10412435" y="141848"/>
            <a:chExt cx="1302434" cy="1486487"/>
          </a:xfrm>
        </p:grpSpPr>
        <p:sp>
          <p:nvSpPr>
            <p:cNvPr id="5" name="Frame 4">
              <a:extLst>
                <a:ext uri="{FF2B5EF4-FFF2-40B4-BE49-F238E27FC236}">
                  <a16:creationId xmlns:a16="http://schemas.microsoft.com/office/drawing/2014/main" id="{A9B790CE-E005-4554-9A7E-C32D2A418401}"/>
                </a:ext>
              </a:extLst>
            </p:cNvPr>
            <p:cNvSpPr/>
            <p:nvPr/>
          </p:nvSpPr>
          <p:spPr>
            <a:xfrm>
              <a:off x="10412435" y="14184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6" name="Frame 5">
              <a:extLst>
                <a:ext uri="{FF2B5EF4-FFF2-40B4-BE49-F238E27FC236}">
                  <a16:creationId xmlns:a16="http://schemas.microsoft.com/office/drawing/2014/main" id="{2475A911-2A52-4FC8-8E04-CDB9A15D14C5}"/>
                </a:ext>
              </a:extLst>
            </p:cNvPr>
            <p:cNvSpPr/>
            <p:nvPr/>
          </p:nvSpPr>
          <p:spPr>
            <a:xfrm>
              <a:off x="10490980" y="383344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" name="Frame 6">
              <a:extLst>
                <a:ext uri="{FF2B5EF4-FFF2-40B4-BE49-F238E27FC236}">
                  <a16:creationId xmlns:a16="http://schemas.microsoft.com/office/drawing/2014/main" id="{21B6D46E-A90D-48D3-8EC5-F84639F836D5}"/>
                </a:ext>
              </a:extLst>
            </p:cNvPr>
            <p:cNvSpPr/>
            <p:nvPr/>
          </p:nvSpPr>
          <p:spPr>
            <a:xfrm>
              <a:off x="10643380" y="535744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" name="Frame 7">
              <a:extLst>
                <a:ext uri="{FF2B5EF4-FFF2-40B4-BE49-F238E27FC236}">
                  <a16:creationId xmlns:a16="http://schemas.microsoft.com/office/drawing/2014/main" id="{FC7D1BA6-6EE0-4B43-9373-12518A492E3D}"/>
                </a:ext>
              </a:extLst>
            </p:cNvPr>
            <p:cNvSpPr/>
            <p:nvPr/>
          </p:nvSpPr>
          <p:spPr>
            <a:xfrm>
              <a:off x="10795780" y="688144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" name="Frame 8">
              <a:extLst>
                <a:ext uri="{FF2B5EF4-FFF2-40B4-BE49-F238E27FC236}">
                  <a16:creationId xmlns:a16="http://schemas.microsoft.com/office/drawing/2014/main" id="{1522C063-B0BD-4942-9D89-01D188FD7EC6}"/>
                </a:ext>
              </a:extLst>
            </p:cNvPr>
            <p:cNvSpPr/>
            <p:nvPr/>
          </p:nvSpPr>
          <p:spPr>
            <a:xfrm>
              <a:off x="10948180" y="840544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B7529A0F-BC28-4261-AE02-DEC9E73D5AB1}"/>
              </a:ext>
            </a:extLst>
          </p:cNvPr>
          <p:cNvGrpSpPr/>
          <p:nvPr/>
        </p:nvGrpSpPr>
        <p:grpSpPr>
          <a:xfrm>
            <a:off x="2829955" y="5681585"/>
            <a:ext cx="6407832" cy="790723"/>
            <a:chOff x="2829955" y="5737856"/>
            <a:chExt cx="6407832" cy="790723"/>
          </a:xfrm>
        </p:grpSpPr>
        <p:sp>
          <p:nvSpPr>
            <p:cNvPr id="11" name="Frame 10">
              <a:extLst>
                <a:ext uri="{FF2B5EF4-FFF2-40B4-BE49-F238E27FC236}">
                  <a16:creationId xmlns:a16="http://schemas.microsoft.com/office/drawing/2014/main" id="{F2AF4F5B-3455-49E7-8B07-A4774906D342}"/>
                </a:ext>
              </a:extLst>
            </p:cNvPr>
            <p:cNvSpPr/>
            <p:nvPr/>
          </p:nvSpPr>
          <p:spPr>
            <a:xfrm>
              <a:off x="2829955" y="574078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2" name="Frame 11">
              <a:extLst>
                <a:ext uri="{FF2B5EF4-FFF2-40B4-BE49-F238E27FC236}">
                  <a16:creationId xmlns:a16="http://schemas.microsoft.com/office/drawing/2014/main" id="{CCB78AB6-ABE2-4AD7-972C-8AC534BABAAF}"/>
                </a:ext>
              </a:extLst>
            </p:cNvPr>
            <p:cNvSpPr/>
            <p:nvPr/>
          </p:nvSpPr>
          <p:spPr>
            <a:xfrm>
              <a:off x="3642364" y="574078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3" name="Frame 12">
              <a:extLst>
                <a:ext uri="{FF2B5EF4-FFF2-40B4-BE49-F238E27FC236}">
                  <a16:creationId xmlns:a16="http://schemas.microsoft.com/office/drawing/2014/main" id="{40C0C2E3-A7C0-4DD2-98C0-1574D316E7F0}"/>
                </a:ext>
              </a:extLst>
            </p:cNvPr>
            <p:cNvSpPr/>
            <p:nvPr/>
          </p:nvSpPr>
          <p:spPr>
            <a:xfrm>
              <a:off x="4440705" y="573785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" name="Frame 13">
              <a:extLst>
                <a:ext uri="{FF2B5EF4-FFF2-40B4-BE49-F238E27FC236}">
                  <a16:creationId xmlns:a16="http://schemas.microsoft.com/office/drawing/2014/main" id="{CF3E6662-6AA8-4FA0-8AED-4CE84CCB15A7}"/>
                </a:ext>
              </a:extLst>
            </p:cNvPr>
            <p:cNvSpPr/>
            <p:nvPr/>
          </p:nvSpPr>
          <p:spPr>
            <a:xfrm>
              <a:off x="5253114" y="573785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5" name="Frame 14">
              <a:extLst>
                <a:ext uri="{FF2B5EF4-FFF2-40B4-BE49-F238E27FC236}">
                  <a16:creationId xmlns:a16="http://schemas.microsoft.com/office/drawing/2014/main" id="{972723A5-7C45-4BC7-AE1A-69A2C216CC4D}"/>
                </a:ext>
              </a:extLst>
            </p:cNvPr>
            <p:cNvSpPr/>
            <p:nvPr/>
          </p:nvSpPr>
          <p:spPr>
            <a:xfrm>
              <a:off x="6047939" y="574078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6" name="Frame 15">
              <a:extLst>
                <a:ext uri="{FF2B5EF4-FFF2-40B4-BE49-F238E27FC236}">
                  <a16:creationId xmlns:a16="http://schemas.microsoft.com/office/drawing/2014/main" id="{FACEA0AD-06DF-4A78-A852-9C17031879DF}"/>
                </a:ext>
              </a:extLst>
            </p:cNvPr>
            <p:cNvSpPr/>
            <p:nvPr/>
          </p:nvSpPr>
          <p:spPr>
            <a:xfrm>
              <a:off x="6846280" y="574078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7" name="Frame 16">
              <a:extLst>
                <a:ext uri="{FF2B5EF4-FFF2-40B4-BE49-F238E27FC236}">
                  <a16:creationId xmlns:a16="http://schemas.microsoft.com/office/drawing/2014/main" id="{556FEC17-A018-42B7-AF7C-8E7980046A97}"/>
                </a:ext>
              </a:extLst>
            </p:cNvPr>
            <p:cNvSpPr/>
            <p:nvPr/>
          </p:nvSpPr>
          <p:spPr>
            <a:xfrm>
              <a:off x="7658689" y="573785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8" name="Frame 17">
              <a:extLst>
                <a:ext uri="{FF2B5EF4-FFF2-40B4-BE49-F238E27FC236}">
                  <a16:creationId xmlns:a16="http://schemas.microsoft.com/office/drawing/2014/main" id="{C9980C86-3058-4A98-B036-E60A76B58C9C}"/>
                </a:ext>
              </a:extLst>
            </p:cNvPr>
            <p:cNvSpPr/>
            <p:nvPr/>
          </p:nvSpPr>
          <p:spPr>
            <a:xfrm>
              <a:off x="8471098" y="5737856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29945000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title"/>
          </p:nvPr>
        </p:nvSpPr>
        <p:spPr>
          <a:xfrm>
            <a:off x="157162" y="142875"/>
            <a:ext cx="11858625" cy="65579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en-US" sz="106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Ang </a:t>
            </a:r>
            <a:r>
              <a:rPr lang="en-US" sz="10666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Diosnong</a:t>
            </a:r>
            <a:r>
              <a:rPr lang="en-US" sz="106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Bata </a:t>
            </a:r>
            <a:r>
              <a:rPr lang="en-US" sz="10666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Nagpakatawo</a:t>
            </a:r>
            <a:r>
              <a:rPr lang="en-US" sz="106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Na,</a:t>
            </a:r>
            <a:br>
              <a:rPr lang="en-US" sz="106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06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 Bethlehem, </a:t>
            </a:r>
            <a:r>
              <a:rPr lang="en-US" sz="10666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Aleluya</a:t>
            </a:r>
            <a:r>
              <a:rPr lang="en-US" sz="106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316203758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title"/>
          </p:nvPr>
        </p:nvSpPr>
        <p:spPr>
          <a:xfrm>
            <a:off x="157162" y="142875"/>
            <a:ext cx="11858625" cy="65579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en-US" sz="10666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Bugtong</a:t>
            </a:r>
            <a:r>
              <a:rPr lang="en-US" sz="106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0666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Kalipay</a:t>
            </a:r>
            <a:r>
              <a:rPr lang="en-US" sz="106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 </a:t>
            </a:r>
            <a:r>
              <a:rPr lang="en-US" sz="10666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Herusalem</a:t>
            </a:r>
            <a:br>
              <a:rPr lang="en-US" sz="106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0666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Aleluya</a:t>
            </a:r>
            <a:r>
              <a:rPr lang="en-US" sz="106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0666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Aleluya</a:t>
            </a:r>
            <a:r>
              <a:rPr lang="en-US" sz="106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7802346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title"/>
          </p:nvPr>
        </p:nvSpPr>
        <p:spPr>
          <a:xfrm>
            <a:off x="1" y="142875"/>
            <a:ext cx="12015787" cy="65579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en-US" sz="9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Magmalipayon</a:t>
            </a:r>
            <a:r>
              <a:rPr lang="en-US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9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Kitang</a:t>
            </a:r>
            <a:r>
              <a:rPr lang="en-US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9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Tanan</a:t>
            </a:r>
            <a:br>
              <a:rPr lang="en-US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9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Natawo</a:t>
            </a:r>
            <a:r>
              <a:rPr lang="en-US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Na Si </a:t>
            </a:r>
            <a:r>
              <a:rPr lang="en-US" sz="9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Hesus</a:t>
            </a:r>
            <a:r>
              <a:rPr lang="en-US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Nga </a:t>
            </a:r>
            <a:r>
              <a:rPr lang="en-US" sz="9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Bulahan</a:t>
            </a:r>
            <a:r>
              <a:rPr lang="en-US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BCC5F13-0158-4073-9CAF-ABA02823453B}"/>
              </a:ext>
            </a:extLst>
          </p:cNvPr>
          <p:cNvSpPr/>
          <p:nvPr/>
        </p:nvSpPr>
        <p:spPr>
          <a:xfrm>
            <a:off x="157163" y="84821"/>
            <a:ext cx="1458987" cy="482249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Chorus</a:t>
            </a:r>
          </a:p>
        </p:txBody>
      </p:sp>
    </p:spTree>
    <p:extLst>
      <p:ext uri="{BB962C8B-B14F-4D97-AF65-F5344CB8AC3E}">
        <p14:creationId xmlns:p14="http://schemas.microsoft.com/office/powerpoint/2010/main" val="222976826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title"/>
          </p:nvPr>
        </p:nvSpPr>
        <p:spPr>
          <a:xfrm>
            <a:off x="157162" y="142875"/>
            <a:ext cx="11858625" cy="65579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en-US" sz="106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 </a:t>
            </a:r>
            <a:r>
              <a:rPr lang="en-US" sz="10666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Pagsimba</a:t>
            </a:r>
            <a:r>
              <a:rPr lang="en-US" sz="106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0666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Atong</a:t>
            </a:r>
            <a:r>
              <a:rPr lang="en-US" sz="106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0666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Awiton</a:t>
            </a:r>
            <a:r>
              <a:rPr lang="en-US" sz="106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br>
              <a:rPr lang="en-US" sz="106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0666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Aleluya</a:t>
            </a:r>
            <a:r>
              <a:rPr lang="en-US" sz="106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64B9059-4ED6-4E8D-AD34-32D3511C2652}"/>
              </a:ext>
            </a:extLst>
          </p:cNvPr>
          <p:cNvSpPr/>
          <p:nvPr/>
        </p:nvSpPr>
        <p:spPr>
          <a:xfrm>
            <a:off x="157163" y="84821"/>
            <a:ext cx="1458987" cy="482249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Chorus</a:t>
            </a:r>
          </a:p>
        </p:txBody>
      </p:sp>
    </p:spTree>
    <p:extLst>
      <p:ext uri="{BB962C8B-B14F-4D97-AF65-F5344CB8AC3E}">
        <p14:creationId xmlns:p14="http://schemas.microsoft.com/office/powerpoint/2010/main" val="2980672365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title"/>
          </p:nvPr>
        </p:nvSpPr>
        <p:spPr>
          <a:xfrm>
            <a:off x="157162" y="142875"/>
            <a:ext cx="11858625" cy="65579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en-US" sz="106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Ang </a:t>
            </a:r>
            <a:r>
              <a:rPr lang="en-US" sz="10666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Diosnong</a:t>
            </a:r>
            <a:r>
              <a:rPr lang="en-US" sz="106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Bata </a:t>
            </a:r>
            <a:r>
              <a:rPr lang="en-US" sz="10666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Nagpakatawo</a:t>
            </a:r>
            <a:r>
              <a:rPr lang="en-US" sz="106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Na,</a:t>
            </a:r>
            <a:br>
              <a:rPr lang="en-US" sz="106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06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 Bethlehem, </a:t>
            </a:r>
            <a:r>
              <a:rPr lang="en-US" sz="10666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Aleluya</a:t>
            </a:r>
            <a:r>
              <a:rPr lang="en-US" sz="106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4257681453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title"/>
          </p:nvPr>
        </p:nvSpPr>
        <p:spPr>
          <a:xfrm>
            <a:off x="1" y="142875"/>
            <a:ext cx="12015787" cy="65579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en-US" sz="10666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Bugtong</a:t>
            </a:r>
            <a:r>
              <a:rPr lang="en-US" sz="106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0666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Kalipay</a:t>
            </a:r>
            <a:r>
              <a:rPr lang="en-US" sz="106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 </a:t>
            </a:r>
            <a:r>
              <a:rPr lang="en-US" sz="10666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Herusalem</a:t>
            </a:r>
            <a:br>
              <a:rPr lang="en-US" sz="106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0666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Aleluya</a:t>
            </a:r>
            <a:r>
              <a:rPr lang="en-US" sz="106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0666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Aleluya</a:t>
            </a:r>
            <a:r>
              <a:rPr lang="en-US" sz="106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72970143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title"/>
          </p:nvPr>
        </p:nvSpPr>
        <p:spPr>
          <a:xfrm>
            <a:off x="1" y="142875"/>
            <a:ext cx="12015787" cy="65579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en-US" sz="9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Magmalipayon</a:t>
            </a:r>
            <a:r>
              <a:rPr lang="en-US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9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Kitang</a:t>
            </a:r>
            <a:r>
              <a:rPr lang="en-US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9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Tanan</a:t>
            </a:r>
            <a:br>
              <a:rPr lang="en-US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9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Natawo</a:t>
            </a:r>
            <a:r>
              <a:rPr lang="en-US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Na Si </a:t>
            </a:r>
            <a:r>
              <a:rPr lang="en-US" sz="9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Hesus</a:t>
            </a:r>
            <a:r>
              <a:rPr lang="en-US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Nga </a:t>
            </a:r>
            <a:r>
              <a:rPr lang="en-US" sz="9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Bulahan</a:t>
            </a:r>
            <a:r>
              <a:rPr lang="en-US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BCC5F13-0158-4073-9CAF-ABA02823453B}"/>
              </a:ext>
            </a:extLst>
          </p:cNvPr>
          <p:cNvSpPr/>
          <p:nvPr/>
        </p:nvSpPr>
        <p:spPr>
          <a:xfrm>
            <a:off x="157163" y="84821"/>
            <a:ext cx="1458987" cy="482249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Chorus</a:t>
            </a:r>
          </a:p>
        </p:txBody>
      </p:sp>
    </p:spTree>
    <p:extLst>
      <p:ext uri="{BB962C8B-B14F-4D97-AF65-F5344CB8AC3E}">
        <p14:creationId xmlns:p14="http://schemas.microsoft.com/office/powerpoint/2010/main" val="1889968791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title"/>
          </p:nvPr>
        </p:nvSpPr>
        <p:spPr>
          <a:xfrm>
            <a:off x="157162" y="142875"/>
            <a:ext cx="11858625" cy="65579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en-US" sz="106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 </a:t>
            </a:r>
            <a:r>
              <a:rPr lang="en-US" sz="10666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Pagsimba</a:t>
            </a:r>
            <a:r>
              <a:rPr lang="en-US" sz="106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0666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Atong</a:t>
            </a:r>
            <a:r>
              <a:rPr lang="en-US" sz="106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0666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Awiton</a:t>
            </a:r>
            <a:r>
              <a:rPr lang="en-US" sz="106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br>
              <a:rPr lang="en-US" sz="106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0666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Aleluya</a:t>
            </a:r>
            <a:r>
              <a:rPr lang="en-US" sz="106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64B9059-4ED6-4E8D-AD34-32D3511C2652}"/>
              </a:ext>
            </a:extLst>
          </p:cNvPr>
          <p:cNvSpPr/>
          <p:nvPr/>
        </p:nvSpPr>
        <p:spPr>
          <a:xfrm>
            <a:off x="157163" y="84821"/>
            <a:ext cx="1458987" cy="482249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Chorus</a:t>
            </a:r>
          </a:p>
        </p:txBody>
      </p:sp>
    </p:spTree>
    <p:extLst>
      <p:ext uri="{BB962C8B-B14F-4D97-AF65-F5344CB8AC3E}">
        <p14:creationId xmlns:p14="http://schemas.microsoft.com/office/powerpoint/2010/main" val="1450779102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title"/>
          </p:nvPr>
        </p:nvSpPr>
        <p:spPr>
          <a:xfrm>
            <a:off x="157162" y="142875"/>
            <a:ext cx="11858625" cy="65579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en-US" sz="106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Ang </a:t>
            </a:r>
            <a:r>
              <a:rPr lang="en-US" sz="10666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Mga</a:t>
            </a:r>
            <a:r>
              <a:rPr lang="en-US" sz="106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0666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Anghel</a:t>
            </a:r>
            <a:r>
              <a:rPr lang="en-US" sz="106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 </a:t>
            </a:r>
            <a:r>
              <a:rPr lang="en-US" sz="10666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Kahitas</a:t>
            </a:r>
            <a:r>
              <a:rPr lang="en-US" sz="106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-an</a:t>
            </a:r>
            <a:br>
              <a:rPr lang="en-US" sz="106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0666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Nanag-awit,aleluya</a:t>
            </a:r>
            <a:endParaRPr lang="en-US" sz="10666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97328450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title"/>
          </p:nvPr>
        </p:nvSpPr>
        <p:spPr>
          <a:xfrm>
            <a:off x="157162" y="142875"/>
            <a:ext cx="11858625" cy="65579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en-US" sz="10666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Niining</a:t>
            </a:r>
            <a:r>
              <a:rPr lang="en-US" sz="106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0666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Gabii</a:t>
            </a:r>
            <a:r>
              <a:rPr lang="en-US" sz="106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Nga </a:t>
            </a:r>
            <a:r>
              <a:rPr lang="en-US" sz="10666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Mangitngit</a:t>
            </a:r>
            <a:br>
              <a:rPr lang="en-US" sz="106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0666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Aleluya</a:t>
            </a:r>
            <a:r>
              <a:rPr lang="en-US" sz="106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0666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Aleluya</a:t>
            </a:r>
            <a:r>
              <a:rPr lang="en-US" sz="106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2320947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title"/>
          </p:nvPr>
        </p:nvSpPr>
        <p:spPr>
          <a:xfrm>
            <a:off x="1" y="142875"/>
            <a:ext cx="12015787" cy="65579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en-US" sz="9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Magmalipayon</a:t>
            </a:r>
            <a:r>
              <a:rPr lang="en-US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9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Kitang</a:t>
            </a:r>
            <a:r>
              <a:rPr lang="en-US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9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Tanan</a:t>
            </a:r>
            <a:br>
              <a:rPr lang="en-US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9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Natawo</a:t>
            </a:r>
            <a:r>
              <a:rPr lang="en-US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Na Si </a:t>
            </a:r>
            <a:r>
              <a:rPr lang="en-US" sz="9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Hesus</a:t>
            </a:r>
            <a:r>
              <a:rPr lang="en-US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Nga </a:t>
            </a:r>
            <a:r>
              <a:rPr lang="en-US" sz="9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Bulahan</a:t>
            </a:r>
            <a:r>
              <a:rPr lang="en-US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BCC5F13-0158-4073-9CAF-ABA02823453B}"/>
              </a:ext>
            </a:extLst>
          </p:cNvPr>
          <p:cNvSpPr/>
          <p:nvPr/>
        </p:nvSpPr>
        <p:spPr>
          <a:xfrm>
            <a:off x="157163" y="84821"/>
            <a:ext cx="1458987" cy="482249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Chorus</a:t>
            </a:r>
          </a:p>
        </p:txBody>
      </p:sp>
    </p:spTree>
    <p:extLst>
      <p:ext uri="{BB962C8B-B14F-4D97-AF65-F5344CB8AC3E}">
        <p14:creationId xmlns:p14="http://schemas.microsoft.com/office/powerpoint/2010/main" val="2180294826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title"/>
          </p:nvPr>
        </p:nvSpPr>
        <p:spPr>
          <a:xfrm>
            <a:off x="157162" y="142875"/>
            <a:ext cx="11858625" cy="65579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en-US" sz="106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 </a:t>
            </a:r>
            <a:r>
              <a:rPr lang="en-US" sz="10666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Pagsimba</a:t>
            </a:r>
            <a:r>
              <a:rPr lang="en-US" sz="106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0666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Atong</a:t>
            </a:r>
            <a:r>
              <a:rPr lang="en-US" sz="106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0666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Awiton</a:t>
            </a:r>
            <a:r>
              <a:rPr lang="en-US" sz="106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br>
              <a:rPr lang="en-US" sz="106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0666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Aleluya</a:t>
            </a:r>
            <a:r>
              <a:rPr lang="en-US" sz="106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64B9059-4ED6-4E8D-AD34-32D3511C2652}"/>
              </a:ext>
            </a:extLst>
          </p:cNvPr>
          <p:cNvSpPr/>
          <p:nvPr/>
        </p:nvSpPr>
        <p:spPr>
          <a:xfrm>
            <a:off x="157163" y="84821"/>
            <a:ext cx="1458987" cy="482249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Chorus</a:t>
            </a:r>
          </a:p>
        </p:txBody>
      </p:sp>
    </p:spTree>
    <p:extLst>
      <p:ext uri="{BB962C8B-B14F-4D97-AF65-F5344CB8AC3E}">
        <p14:creationId xmlns:p14="http://schemas.microsoft.com/office/powerpoint/2010/main" val="3873686692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02453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1686</TotalTime>
  <Words>1118</Words>
  <Application>Microsoft Office PowerPoint</Application>
  <PresentationFormat>Widescreen</PresentationFormat>
  <Paragraphs>119</Paragraphs>
  <Slides>116</Slides>
  <Notes>65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116</vt:i4>
      </vt:variant>
    </vt:vector>
  </HeadingPairs>
  <TitlesOfParts>
    <vt:vector size="121" baseType="lpstr">
      <vt:lpstr>Arial</vt:lpstr>
      <vt:lpstr>Calibri</vt:lpstr>
      <vt:lpstr>Calibri Light</vt:lpstr>
      <vt:lpstr>Times New Roman</vt:lpstr>
      <vt:lpstr>Office Theme</vt:lpstr>
      <vt:lpstr>Ang Bibliya Balaang Kasulatan Kinabuhi Sa Atong Simbahan</vt:lpstr>
      <vt:lpstr>Tuburan Sa Pagtoong Bug-os Ang Bibliya Pulong Sa Dios</vt:lpstr>
      <vt:lpstr>Ang Bibliya Balaang Kasulatan Maglilig-on Sa Atong Simbahan</vt:lpstr>
      <vt:lpstr>Tuburan Sa Tanang Paglaum Ang Bibliya Buhing Pulong</vt:lpstr>
      <vt:lpstr>Atong Isangyaw Kini Sa Nga Tanan Atong Isabwag Kini Sa Kanasuran</vt:lpstr>
      <vt:lpstr>Tun-an Ta Ang Pagmahal Ang Pulong Sa Ginoo</vt:lpstr>
      <vt:lpstr>Tun-an Ta Ang Pagpuyo Ang Pulong Sa Ginoo</vt:lpstr>
      <vt:lpstr>Ang Bibliya Balaang Kasulatan Kinabuhi Sa Atong Simbahan</vt:lpstr>
      <vt:lpstr>Tuburan Sa Pagtoong Bug-os Ang Bibliya Pulong Sa Dios</vt:lpstr>
      <vt:lpstr>Tuburan Sa Pagtoong Bug-os Ang Bibliya Pulong Sa Dios</vt:lpstr>
      <vt:lpstr>PowerPoint Presentation</vt:lpstr>
      <vt:lpstr>PASIUNA</vt:lpstr>
      <vt:lpstr>Diha Sa Halaran Daygon Ang Ginoo Sa Iyang Gahom Tungod Sa Buhat Sa Iyang Kamot</vt:lpstr>
      <vt:lpstr>Dayga Ang Ang Iyang Kahalangdon</vt:lpstr>
      <vt:lpstr>Dayga Sa Tingog Sa Trumpeta Dayga Sa Alpha Ug Lera Dayga Sa Tambor Ug Plahuta</vt:lpstr>
      <vt:lpstr>Kaskasi Sayawi Siya Ang Mga Lingganay Patunuga Ang Mga Piyang-piyang Pakagaya</vt:lpstr>
      <vt:lpstr>Dayga Sa Tingog Sa Trumpeta Dayga Sa Alpha Ug Lera Dayga Sa Tambor Ug Plahuta</vt:lpstr>
      <vt:lpstr>Kaskasi Tanan Nga Adunay Gininhawa Dayga Ang Ginoo</vt:lpstr>
      <vt:lpstr>PowerPoint Presentation</vt:lpstr>
      <vt:lpstr>Nagakompisal ako</vt:lpstr>
      <vt:lpstr>Nagakompisal Ako Sa Dios Nga Makagagahom Sa Tanan, </vt:lpstr>
      <vt:lpstr>Ug Kaninyo Mga Igsoon Kay Nakalapas Ako Ug Dako Uyamot Sa Hunahuna,</vt:lpstr>
      <vt:lpstr>Sa Pulong Ug Sa Buhat, Ug Sa Wala Pagbuhat Sa Angayang Buhaton.</vt:lpstr>
      <vt:lpstr>Kay Akong Sala, Akong Sala, Akong Dakong Sala. Busa Nangamuyo Ako Kang Santa Maria, Kanunayng Birhen, </vt:lpstr>
      <vt:lpstr>Sa Tanang Mga Anghel Ug Mga Santos, Ug Kaninyo Mga Igsoon, </vt:lpstr>
      <vt:lpstr>Aron Inyo Akong I-Ampo Sa Ginoo Nga Atong Dios.</vt:lpstr>
      <vt:lpstr>PowerPoint Presentation</vt:lpstr>
      <vt:lpstr>Kyrie</vt:lpstr>
      <vt:lpstr>Ginoo, Ginoo, Kaloy-i Kami, Kristo, Kristo, Kaloy-i Kami, Ginoo, Ginoo, Kaloy-i Kami,</vt:lpstr>
      <vt:lpstr>Kaming Makasasala Nagalaum Sa Kinabuhing Dayon</vt:lpstr>
      <vt:lpstr>PowerPoint Presentation</vt:lpstr>
      <vt:lpstr>Awit sa himaya</vt:lpstr>
      <vt:lpstr>Ug Kadait Sa Iyang Mga Tawo Dinhi Sa Yuta Ginoong Dios, Langitnong Hari,</vt:lpstr>
      <vt:lpstr>Dios Amahan Makagagahum Sa Tanan, Nagasimba Kami Kanimo, Nagapasalamat Kami Kanimo</vt:lpstr>
      <vt:lpstr>Nagadayeg Kami Kanimo Tungod Sa Imong Himaya</vt:lpstr>
      <vt:lpstr>Himaya Sa Dios Didto Sa La-a-ngit, Ginoong Jesu-kristo, Bugtong Anak Sa Amahan</vt:lpstr>
      <vt:lpstr>Ginoong Dios, Kordero Sa Dios, Ikaw Nagawagtang Sa Sala Sa Kalibutan, Kaloy-i Kami</vt:lpstr>
      <vt:lpstr>Ikaw Nagalingkod Sa Tuo Sa Amahan, Dawata Ang Among Pangamuyo</vt:lpstr>
      <vt:lpstr>Himaya Sa Dios Didto Sa La-a-ngit, Kay Ikaw Lamang Ang Santos, Ikaw Lamang Ang Ginoo</vt:lpstr>
      <vt:lpstr>Ikaw Lamang Ang Labing Halangdon, O Jesu-kristo</vt:lpstr>
      <vt:lpstr>Uban Sa Espiritu Santo, Diha Sa Himaya Sa Dios Nga Amahan</vt:lpstr>
      <vt:lpstr>A-men, A--men</vt:lpstr>
      <vt:lpstr>Himaya Sa Dios Didto Sa La-a-ngit</vt:lpstr>
      <vt:lpstr>PowerPoint Presentation</vt:lpstr>
      <vt:lpstr>Salmo tubag</vt:lpstr>
      <vt:lpstr>Ginoo, Ipadala Ang Imong Espirito, Ug Bag-oha, Ang Nawong Sa Yuta</vt:lpstr>
      <vt:lpstr>PowerPoint Presentation</vt:lpstr>
      <vt:lpstr>Pagdayeg</vt:lpstr>
      <vt:lpstr>Alelu Alelu Aleluya Alelu Alelu Aleluya</vt:lpstr>
      <vt:lpstr>Pagdaygon Ang Diyos Alelu-u-u-u-ya</vt:lpstr>
      <vt:lpstr>Alelu Alelu Aleluya Alelu Alelu Aleluya</vt:lpstr>
      <vt:lpstr>Pagdaygon Ang Diyos Alelu-u-u-u-ya</vt:lpstr>
      <vt:lpstr>PowerPoint Presentation</vt:lpstr>
      <vt:lpstr>Profession of faith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Tubag sa pangamuyo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Kalawat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Halad</vt:lpstr>
      <vt:lpstr>Igsoon ko ipaambit na ang kinabuhi mo,</vt:lpstr>
      <vt:lpstr>ang mga hiyas mo palamboa, gikan sa langit nga mga gasa</vt:lpstr>
      <vt:lpstr>segi na gamita na kining maong gasa kining tanan inuslan lang arun</vt:lpstr>
      <vt:lpstr>mapalambo ang kalibutan higala hinumdumi ang kahitas-an</vt:lpstr>
      <vt:lpstr>mohatag sa nagkugi mosilot sa nagsayang niining maong bahandi.</vt:lpstr>
      <vt:lpstr>Arun,,,, mapalambo ang kalibutan</vt:lpstr>
      <vt:lpstr>PowerPoint Presentation</vt:lpstr>
      <vt:lpstr>Katapusan</vt:lpstr>
      <vt:lpstr>Ang Diosnong Bata Nagpakatawo Na, Sa Bethlehem, Aleluya,</vt:lpstr>
      <vt:lpstr>Bugtong Kalipay Sa Herusalem Aleluya, Aleluya.</vt:lpstr>
      <vt:lpstr>Magmalipayon Kitang Tanan Natawo Na Si Hesus Nga Bulahan.</vt:lpstr>
      <vt:lpstr>Sa Pagsimba Atong Awiton, Aleluya.</vt:lpstr>
      <vt:lpstr>Ang Diosnong Bata Nagpakatawo Na, Sa Bethlehem, Aleluya,</vt:lpstr>
      <vt:lpstr>Bugtong Kalipay Sa Herusalem Aleluya, Aleluya.</vt:lpstr>
      <vt:lpstr>Magmalipayon Kitang Tanan Natawo Na Si Hesus Nga Bulahan.</vt:lpstr>
      <vt:lpstr>Sa Pagsimba Atong Awiton, Aleluya.</vt:lpstr>
      <vt:lpstr>Ang Mga Anghel Sa Kahitas-an Nanag-awit,aleluya</vt:lpstr>
      <vt:lpstr>Niining Gabii Nga Mangitngit Aleluya, Aleluya.</vt:lpstr>
      <vt:lpstr>Magmalipayon Kitang Tanan Natawo Na Si Hesus Nga Bulahan.</vt:lpstr>
      <vt:lpstr>Sa Pagsimba Atong Awiton, Aleluya.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PASIUNA</dc:title>
  <dc:creator>space coder</dc:creator>
  <cp:lastModifiedBy>Admin</cp:lastModifiedBy>
  <cp:revision>214</cp:revision>
  <dcterms:created xsi:type="dcterms:W3CDTF">2024-07-06T12:27:06Z</dcterms:created>
  <dcterms:modified xsi:type="dcterms:W3CDTF">2025-01-12T02:04:36Z</dcterms:modified>
</cp:coreProperties>
</file>